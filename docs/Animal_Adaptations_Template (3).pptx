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PartName="/ppt/slides/slide2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5" r:id="rId14"/>
    <p:sldId id="264" r:id="rId13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?>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4" Type="http://schemas.openxmlformats.org/officeDocument/2006/relationships/slide" Target="slides/slide23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blue 1">
  <p:cSld name="TITLE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ctrTitle"/>
          </p:nvPr>
        </p:nvSpPr>
        <p:spPr>
          <a:xfrm>
            <a:off x="53000" y="992767"/>
            <a:ext cx="12085500" cy="27369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67"/>
              <a:buFont typeface="Poppins"/>
              <a:buNone/>
              <a:defRPr b="1" sz="6267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3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33"/>
              <a:buFont typeface="Poppins Medium"/>
              <a:buNone/>
              <a:defRPr sz="3033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 sz="1333"/>
            </a:lvl1pPr>
            <a:lvl2pPr lvl="1">
              <a:buNone/>
              <a:defRPr sz="1333"/>
            </a:lvl2pPr>
            <a:lvl3pPr lvl="2">
              <a:buNone/>
              <a:defRPr sz="1333"/>
            </a:lvl3pPr>
            <a:lvl4pPr lvl="3">
              <a:buNone/>
              <a:defRPr sz="1333"/>
            </a:lvl4pPr>
            <a:lvl5pPr lvl="4">
              <a:buNone/>
              <a:defRPr sz="1333"/>
            </a:lvl5pPr>
            <a:lvl6pPr lvl="5">
              <a:buNone/>
              <a:defRPr sz="1333"/>
            </a:lvl6pPr>
            <a:lvl7pPr lvl="6">
              <a:buNone/>
              <a:defRPr sz="1333"/>
            </a:lvl7pPr>
            <a:lvl8pPr lvl="7">
              <a:buNone/>
              <a:defRPr sz="1333"/>
            </a:lvl8pPr>
            <a:lvl9pPr lvl="8">
              <a:buNone/>
              <a:defRPr sz="13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blue 1 1">
  <p:cSld name="TITLE_2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ctrTitle"/>
          </p:nvPr>
        </p:nvSpPr>
        <p:spPr>
          <a:xfrm>
            <a:off x="5019500" y="992775"/>
            <a:ext cx="7119000" cy="27369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67"/>
              <a:buFont typeface="Poppins"/>
              <a:buNone/>
              <a:defRPr b="1" sz="6267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" name="Google Shape;19;p4"/>
          <p:cNvSpPr txBox="1"/>
          <p:nvPr>
            <p:ph idx="1" type="subTitle"/>
          </p:nvPr>
        </p:nvSpPr>
        <p:spPr>
          <a:xfrm>
            <a:off x="5019500" y="3778825"/>
            <a:ext cx="6756900" cy="1056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33"/>
              <a:buFont typeface="Poppins Medium"/>
              <a:buNone/>
              <a:defRPr sz="3033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 sz="1333"/>
            </a:lvl1pPr>
            <a:lvl2pPr lvl="1">
              <a:buNone/>
              <a:defRPr sz="1333"/>
            </a:lvl2pPr>
            <a:lvl3pPr lvl="2">
              <a:buNone/>
              <a:defRPr sz="1333"/>
            </a:lvl3pPr>
            <a:lvl4pPr lvl="3">
              <a:buNone/>
              <a:defRPr sz="1333"/>
            </a:lvl4pPr>
            <a:lvl5pPr lvl="4">
              <a:buNone/>
              <a:defRPr sz="1333"/>
            </a:lvl5pPr>
            <a:lvl6pPr lvl="5">
              <a:buNone/>
              <a:defRPr sz="1333"/>
            </a:lvl6pPr>
            <a:lvl7pPr lvl="6">
              <a:buNone/>
              <a:defRPr sz="1333"/>
            </a:lvl7pPr>
            <a:lvl8pPr lvl="7">
              <a:buNone/>
              <a:defRPr sz="1333"/>
            </a:lvl8pPr>
            <a:lvl9pPr lvl="8">
              <a:buNone/>
              <a:defRPr sz="13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blue 2">
  <p:cSld name="TITLE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 sz="1333"/>
            </a:lvl1pPr>
            <a:lvl2pPr lvl="1">
              <a:buNone/>
              <a:defRPr sz="1333"/>
            </a:lvl2pPr>
            <a:lvl3pPr lvl="2">
              <a:buNone/>
              <a:defRPr sz="1333"/>
            </a:lvl3pPr>
            <a:lvl4pPr lvl="3">
              <a:buNone/>
              <a:defRPr sz="1333"/>
            </a:lvl4pPr>
            <a:lvl5pPr lvl="4">
              <a:buNone/>
              <a:defRPr sz="1333"/>
            </a:lvl5pPr>
            <a:lvl6pPr lvl="5">
              <a:buNone/>
              <a:defRPr sz="1333"/>
            </a:lvl6pPr>
            <a:lvl7pPr lvl="6">
              <a:buNone/>
              <a:defRPr sz="1333"/>
            </a:lvl7pPr>
            <a:lvl8pPr lvl="7">
              <a:buNone/>
              <a:defRPr sz="1333"/>
            </a:lvl8pPr>
            <a:lvl9pPr lvl="8">
              <a:buNone/>
              <a:defRPr sz="13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" name="Google Shape;23;p5"/>
          <p:cNvSpPr txBox="1"/>
          <p:nvPr>
            <p:ph type="ctrTitle"/>
          </p:nvPr>
        </p:nvSpPr>
        <p:spPr>
          <a:xfrm>
            <a:off x="53000" y="992767"/>
            <a:ext cx="12085500" cy="27369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67"/>
              <a:buFont typeface="Poppins"/>
              <a:buNone/>
              <a:defRPr b="1" sz="6267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5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33"/>
              <a:buFont typeface="Poppins Medium"/>
              <a:buNone/>
              <a:defRPr sz="3033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 sz="1333"/>
            </a:lvl1pPr>
            <a:lvl2pPr lvl="1">
              <a:buNone/>
              <a:defRPr sz="1333"/>
            </a:lvl2pPr>
            <a:lvl3pPr lvl="2">
              <a:buNone/>
              <a:defRPr sz="1333"/>
            </a:lvl3pPr>
            <a:lvl4pPr lvl="3">
              <a:buNone/>
              <a:defRPr sz="1333"/>
            </a:lvl4pPr>
            <a:lvl5pPr lvl="4">
              <a:buNone/>
              <a:defRPr sz="1333"/>
            </a:lvl5pPr>
            <a:lvl6pPr lvl="5">
              <a:buNone/>
              <a:defRPr sz="1333"/>
            </a:lvl6pPr>
            <a:lvl7pPr lvl="6">
              <a:buNone/>
              <a:defRPr sz="1333"/>
            </a:lvl7pPr>
            <a:lvl8pPr lvl="7">
              <a:buNone/>
              <a:defRPr sz="1333"/>
            </a:lvl8pPr>
            <a:lvl9pPr lvl="8">
              <a:buNone/>
              <a:defRPr sz="13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" name="Google Shape;27;p6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7A8D3"/>
              </a:buClr>
              <a:buSzPts val="3733"/>
              <a:buFont typeface="Poppins SemiBold"/>
              <a:buNone/>
              <a:defRPr sz="3733">
                <a:solidFill>
                  <a:srgbClr val="27A8D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2pPr>
            <a:lvl3pPr lvl="2"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3pPr>
            <a:lvl4pPr lvl="3"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4pPr>
            <a:lvl5pPr lvl="4"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5pPr>
            <a:lvl6pPr lvl="5"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6pPr>
            <a:lvl7pPr lvl="6"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7pPr>
            <a:lvl8pPr lvl="7"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8pPr>
            <a:lvl9pPr lvl="8"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9pPr>
          </a:lstStyle>
          <a:p/>
        </p:txBody>
      </p:sp>
      <p:sp>
        <p:nvSpPr>
          <p:cNvPr id="28" name="Google Shape;28;p6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  <a:defRPr sz="2400">
                <a:latin typeface="Poppins"/>
                <a:ea typeface="Poppins"/>
                <a:cs typeface="Poppins"/>
                <a:sym typeface="Poppins"/>
              </a:defRPr>
            </a:lvl1pPr>
            <a:lvl2pPr indent="-347134" lvl="1" marL="914400">
              <a:spcBef>
                <a:spcPts val="0"/>
              </a:spcBef>
              <a:spcAft>
                <a:spcPts val="0"/>
              </a:spcAft>
              <a:buSzPts val="1867"/>
              <a:buFont typeface="Poppins"/>
              <a:buChar char="○"/>
              <a:defRPr sz="1867">
                <a:latin typeface="Poppins"/>
                <a:ea typeface="Poppins"/>
                <a:cs typeface="Poppins"/>
                <a:sym typeface="Poppins"/>
              </a:defRPr>
            </a:lvl2pPr>
            <a:lvl3pPr indent="-347134" lvl="2" marL="1371600">
              <a:spcBef>
                <a:spcPts val="0"/>
              </a:spcBef>
              <a:spcAft>
                <a:spcPts val="0"/>
              </a:spcAft>
              <a:buSzPts val="1867"/>
              <a:buFont typeface="Poppins"/>
              <a:buChar char="■"/>
              <a:defRPr sz="1867">
                <a:latin typeface="Poppins"/>
                <a:ea typeface="Poppins"/>
                <a:cs typeface="Poppins"/>
                <a:sym typeface="Poppins"/>
              </a:defRPr>
            </a:lvl3pPr>
            <a:lvl4pPr indent="-347134" lvl="3" marL="1828800">
              <a:spcBef>
                <a:spcPts val="0"/>
              </a:spcBef>
              <a:spcAft>
                <a:spcPts val="0"/>
              </a:spcAft>
              <a:buSzPts val="1867"/>
              <a:buFont typeface="Poppins"/>
              <a:buChar char="●"/>
              <a:defRPr sz="1867">
                <a:latin typeface="Poppins"/>
                <a:ea typeface="Poppins"/>
                <a:cs typeface="Poppins"/>
                <a:sym typeface="Poppins"/>
              </a:defRPr>
            </a:lvl4pPr>
            <a:lvl5pPr indent="-347133" lvl="4" marL="2286000">
              <a:spcBef>
                <a:spcPts val="0"/>
              </a:spcBef>
              <a:spcAft>
                <a:spcPts val="0"/>
              </a:spcAft>
              <a:buSzPts val="1867"/>
              <a:buFont typeface="Poppins"/>
              <a:buChar char="○"/>
              <a:defRPr sz="1867">
                <a:latin typeface="Poppins"/>
                <a:ea typeface="Poppins"/>
                <a:cs typeface="Poppins"/>
                <a:sym typeface="Poppins"/>
              </a:defRPr>
            </a:lvl5pPr>
            <a:lvl6pPr indent="-347133" lvl="5" marL="2743200">
              <a:spcBef>
                <a:spcPts val="0"/>
              </a:spcBef>
              <a:spcAft>
                <a:spcPts val="0"/>
              </a:spcAft>
              <a:buSzPts val="1867"/>
              <a:buFont typeface="Poppins"/>
              <a:buChar char="■"/>
              <a:defRPr sz="1867">
                <a:latin typeface="Poppins"/>
                <a:ea typeface="Poppins"/>
                <a:cs typeface="Poppins"/>
                <a:sym typeface="Poppins"/>
              </a:defRPr>
            </a:lvl6pPr>
            <a:lvl7pPr indent="-347133" lvl="6" marL="3200400">
              <a:spcBef>
                <a:spcPts val="0"/>
              </a:spcBef>
              <a:spcAft>
                <a:spcPts val="0"/>
              </a:spcAft>
              <a:buSzPts val="1867"/>
              <a:buFont typeface="Poppins"/>
              <a:buChar char="●"/>
              <a:defRPr sz="1867">
                <a:latin typeface="Poppins"/>
                <a:ea typeface="Poppins"/>
                <a:cs typeface="Poppins"/>
                <a:sym typeface="Poppins"/>
              </a:defRPr>
            </a:lvl7pPr>
            <a:lvl8pPr indent="-347133" lvl="7" marL="3657600">
              <a:spcBef>
                <a:spcPts val="0"/>
              </a:spcBef>
              <a:spcAft>
                <a:spcPts val="0"/>
              </a:spcAft>
              <a:buSzPts val="1867"/>
              <a:buFont typeface="Poppins"/>
              <a:buChar char="○"/>
              <a:defRPr sz="1867">
                <a:latin typeface="Poppins"/>
                <a:ea typeface="Poppins"/>
                <a:cs typeface="Poppins"/>
                <a:sym typeface="Poppins"/>
              </a:defRPr>
            </a:lvl8pPr>
            <a:lvl9pPr indent="-347133" lvl="8" marL="4114800">
              <a:spcBef>
                <a:spcPts val="0"/>
              </a:spcBef>
              <a:spcAft>
                <a:spcPts val="0"/>
              </a:spcAft>
              <a:buSzPts val="1867"/>
              <a:buFont typeface="Poppins"/>
              <a:buChar char="■"/>
              <a:defRPr sz="1867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 sz="1333"/>
            </a:lvl1pPr>
            <a:lvl2pPr lvl="1">
              <a:buNone/>
              <a:defRPr sz="1333"/>
            </a:lvl2pPr>
            <a:lvl3pPr lvl="2">
              <a:buNone/>
              <a:defRPr sz="1333"/>
            </a:lvl3pPr>
            <a:lvl4pPr lvl="3">
              <a:buNone/>
              <a:defRPr sz="1333"/>
            </a:lvl4pPr>
            <a:lvl5pPr lvl="4">
              <a:buNone/>
              <a:defRPr sz="1333"/>
            </a:lvl5pPr>
            <a:lvl6pPr lvl="5">
              <a:buNone/>
              <a:defRPr sz="1333"/>
            </a:lvl6pPr>
            <a:lvl7pPr lvl="6">
              <a:buNone/>
              <a:defRPr sz="1333"/>
            </a:lvl7pPr>
            <a:lvl8pPr lvl="7">
              <a:buNone/>
              <a:defRPr sz="1333"/>
            </a:lvl8pPr>
            <a:lvl9pPr lvl="8">
              <a:buNone/>
              <a:defRPr sz="13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" name="Google Shape;31;p7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7A8D3"/>
              </a:buClr>
              <a:buSzPts val="3733"/>
              <a:buFont typeface="Poppins SemiBold"/>
              <a:buNone/>
              <a:defRPr sz="3733">
                <a:solidFill>
                  <a:srgbClr val="27A8D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2pPr>
            <a:lvl3pPr lvl="2"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3pPr>
            <a:lvl4pPr lvl="3"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4pPr>
            <a:lvl5pPr lvl="4"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5pPr>
            <a:lvl6pPr lvl="5"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6pPr>
            <a:lvl7pPr lvl="6"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7pPr>
            <a:lvl8pPr lvl="7"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8pPr>
            <a:lvl9pPr lvl="8"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  <a:defRPr sz="2400">
                <a:latin typeface="Poppins"/>
                <a:ea typeface="Poppins"/>
                <a:cs typeface="Poppins"/>
                <a:sym typeface="Poppins"/>
              </a:defRPr>
            </a:lvl1pPr>
            <a:lvl2pPr indent="-347134" lvl="1" marL="914400">
              <a:spcBef>
                <a:spcPts val="0"/>
              </a:spcBef>
              <a:spcAft>
                <a:spcPts val="0"/>
              </a:spcAft>
              <a:buSzPts val="1867"/>
              <a:buFont typeface="Poppins"/>
              <a:buChar char="○"/>
              <a:defRPr sz="1867">
                <a:latin typeface="Poppins"/>
                <a:ea typeface="Poppins"/>
                <a:cs typeface="Poppins"/>
                <a:sym typeface="Poppins"/>
              </a:defRPr>
            </a:lvl2pPr>
            <a:lvl3pPr indent="-347134" lvl="2" marL="1371600">
              <a:spcBef>
                <a:spcPts val="0"/>
              </a:spcBef>
              <a:spcAft>
                <a:spcPts val="0"/>
              </a:spcAft>
              <a:buSzPts val="1867"/>
              <a:buFont typeface="Poppins"/>
              <a:buChar char="■"/>
              <a:defRPr sz="1867">
                <a:latin typeface="Poppins"/>
                <a:ea typeface="Poppins"/>
                <a:cs typeface="Poppins"/>
                <a:sym typeface="Poppins"/>
              </a:defRPr>
            </a:lvl3pPr>
            <a:lvl4pPr indent="-347134" lvl="3" marL="1828800">
              <a:spcBef>
                <a:spcPts val="0"/>
              </a:spcBef>
              <a:spcAft>
                <a:spcPts val="0"/>
              </a:spcAft>
              <a:buSzPts val="1867"/>
              <a:buFont typeface="Poppins"/>
              <a:buChar char="●"/>
              <a:defRPr sz="1867">
                <a:latin typeface="Poppins"/>
                <a:ea typeface="Poppins"/>
                <a:cs typeface="Poppins"/>
                <a:sym typeface="Poppins"/>
              </a:defRPr>
            </a:lvl4pPr>
            <a:lvl5pPr indent="-347133" lvl="4" marL="2286000">
              <a:spcBef>
                <a:spcPts val="0"/>
              </a:spcBef>
              <a:spcAft>
                <a:spcPts val="0"/>
              </a:spcAft>
              <a:buSzPts val="1867"/>
              <a:buFont typeface="Poppins"/>
              <a:buChar char="○"/>
              <a:defRPr sz="1867">
                <a:latin typeface="Poppins"/>
                <a:ea typeface="Poppins"/>
                <a:cs typeface="Poppins"/>
                <a:sym typeface="Poppins"/>
              </a:defRPr>
            </a:lvl5pPr>
            <a:lvl6pPr indent="-347133" lvl="5" marL="2743200">
              <a:spcBef>
                <a:spcPts val="0"/>
              </a:spcBef>
              <a:spcAft>
                <a:spcPts val="0"/>
              </a:spcAft>
              <a:buSzPts val="1867"/>
              <a:buFont typeface="Poppins"/>
              <a:buChar char="■"/>
              <a:defRPr sz="1867">
                <a:latin typeface="Poppins"/>
                <a:ea typeface="Poppins"/>
                <a:cs typeface="Poppins"/>
                <a:sym typeface="Poppins"/>
              </a:defRPr>
            </a:lvl6pPr>
            <a:lvl7pPr indent="-347133" lvl="6" marL="3200400">
              <a:spcBef>
                <a:spcPts val="0"/>
              </a:spcBef>
              <a:spcAft>
                <a:spcPts val="0"/>
              </a:spcAft>
              <a:buSzPts val="1867"/>
              <a:buFont typeface="Poppins"/>
              <a:buChar char="●"/>
              <a:defRPr sz="1867">
                <a:latin typeface="Poppins"/>
                <a:ea typeface="Poppins"/>
                <a:cs typeface="Poppins"/>
                <a:sym typeface="Poppins"/>
              </a:defRPr>
            </a:lvl7pPr>
            <a:lvl8pPr indent="-347133" lvl="7" marL="3657600">
              <a:spcBef>
                <a:spcPts val="0"/>
              </a:spcBef>
              <a:spcAft>
                <a:spcPts val="0"/>
              </a:spcAft>
              <a:buSzPts val="1867"/>
              <a:buFont typeface="Poppins"/>
              <a:buChar char="○"/>
              <a:defRPr sz="1867">
                <a:latin typeface="Poppins"/>
                <a:ea typeface="Poppins"/>
                <a:cs typeface="Poppins"/>
                <a:sym typeface="Poppins"/>
              </a:defRPr>
            </a:lvl8pPr>
            <a:lvl9pPr indent="-347133" lvl="8" marL="4114800">
              <a:spcBef>
                <a:spcPts val="0"/>
              </a:spcBef>
              <a:spcAft>
                <a:spcPts val="0"/>
              </a:spcAft>
              <a:buSzPts val="1867"/>
              <a:buFont typeface="Poppins"/>
              <a:buChar char="■"/>
              <a:defRPr sz="1867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 sz="1333"/>
            </a:lvl1pPr>
            <a:lvl2pPr lvl="1">
              <a:buNone/>
              <a:defRPr sz="1333"/>
            </a:lvl2pPr>
            <a:lvl3pPr lvl="2">
              <a:buNone/>
              <a:defRPr sz="1333"/>
            </a:lvl3pPr>
            <a:lvl4pPr lvl="3">
              <a:buNone/>
              <a:defRPr sz="1333"/>
            </a:lvl4pPr>
            <a:lvl5pPr lvl="4">
              <a:buNone/>
              <a:defRPr sz="1333"/>
            </a:lvl5pPr>
            <a:lvl6pPr lvl="5">
              <a:buNone/>
              <a:defRPr sz="1333"/>
            </a:lvl6pPr>
            <a:lvl7pPr lvl="6">
              <a:buNone/>
              <a:defRPr sz="1333"/>
            </a:lvl7pPr>
            <a:lvl8pPr lvl="7">
              <a:buNone/>
              <a:defRPr sz="1333"/>
            </a:lvl8pPr>
            <a:lvl9pPr lvl="8">
              <a:buNone/>
              <a:defRPr sz="13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" name="Google Shape;35;p8"/>
          <p:cNvSpPr txBox="1"/>
          <p:nvPr>
            <p:ph type="ctrTitle"/>
          </p:nvPr>
        </p:nvSpPr>
        <p:spPr>
          <a:xfrm>
            <a:off x="53000" y="992767"/>
            <a:ext cx="12085500" cy="27369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67"/>
              <a:buFont typeface="Poppins"/>
              <a:buNone/>
              <a:defRPr b="1" sz="6267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8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33"/>
              <a:buFont typeface="Poppins Medium"/>
              <a:buNone/>
              <a:defRPr sz="3033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 2">
  <p:cSld name="TITLE_AND_BODY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 sz="1333"/>
            </a:lvl1pPr>
            <a:lvl2pPr lvl="1">
              <a:buNone/>
              <a:defRPr sz="1333"/>
            </a:lvl2pPr>
            <a:lvl3pPr lvl="2">
              <a:buNone/>
              <a:defRPr sz="1333"/>
            </a:lvl3pPr>
            <a:lvl4pPr lvl="3">
              <a:buNone/>
              <a:defRPr sz="1333"/>
            </a:lvl4pPr>
            <a:lvl5pPr lvl="4">
              <a:buNone/>
              <a:defRPr sz="1333"/>
            </a:lvl5pPr>
            <a:lvl6pPr lvl="5">
              <a:buNone/>
              <a:defRPr sz="1333"/>
            </a:lvl6pPr>
            <a:lvl7pPr lvl="6">
              <a:buNone/>
              <a:defRPr sz="1333"/>
            </a:lvl7pPr>
            <a:lvl8pPr lvl="7">
              <a:buNone/>
              <a:defRPr sz="1333"/>
            </a:lvl8pPr>
            <a:lvl9pPr lvl="8">
              <a:buNone/>
              <a:defRPr sz="13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" name="Google Shape;39;p9"/>
          <p:cNvSpPr txBox="1"/>
          <p:nvPr>
            <p:ph type="ctrTitle"/>
          </p:nvPr>
        </p:nvSpPr>
        <p:spPr>
          <a:xfrm>
            <a:off x="5019500" y="992775"/>
            <a:ext cx="7119000" cy="27369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67"/>
              <a:buFont typeface="Poppins"/>
              <a:buNone/>
              <a:defRPr b="1" sz="6267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5019500" y="3778825"/>
            <a:ext cx="6756900" cy="1056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33"/>
              <a:buFont typeface="Poppins Medium"/>
              <a:buNone/>
              <a:defRPr sz="3033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 1">
  <p:cSld name="TITLE_AND_BODY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5932"/>
              </a:buClr>
              <a:buSzPts val="3733"/>
              <a:buFont typeface="Poppins SemiBold"/>
              <a:buNone/>
              <a:defRPr sz="3733">
                <a:solidFill>
                  <a:srgbClr val="F0593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2pPr>
            <a:lvl3pPr lvl="2"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3pPr>
            <a:lvl4pPr lvl="3"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4pPr>
            <a:lvl5pPr lvl="4"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5pPr>
            <a:lvl6pPr lvl="5"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6pPr>
            <a:lvl7pPr lvl="6"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7pPr>
            <a:lvl8pPr lvl="7"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8pPr>
            <a:lvl9pPr lvl="8"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9pPr>
          </a:lstStyle>
          <a:p/>
        </p:txBody>
      </p:sp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  <a:defRPr sz="2400">
                <a:latin typeface="Poppins"/>
                <a:ea typeface="Poppins"/>
                <a:cs typeface="Poppins"/>
                <a:sym typeface="Poppins"/>
              </a:defRPr>
            </a:lvl1pPr>
            <a:lvl2pPr indent="-347134" lvl="1" marL="914400">
              <a:spcBef>
                <a:spcPts val="0"/>
              </a:spcBef>
              <a:spcAft>
                <a:spcPts val="0"/>
              </a:spcAft>
              <a:buSzPts val="1867"/>
              <a:buFont typeface="Poppins"/>
              <a:buChar char="○"/>
              <a:defRPr sz="1867">
                <a:latin typeface="Poppins"/>
                <a:ea typeface="Poppins"/>
                <a:cs typeface="Poppins"/>
                <a:sym typeface="Poppins"/>
              </a:defRPr>
            </a:lvl2pPr>
            <a:lvl3pPr indent="-347134" lvl="2" marL="1371600">
              <a:spcBef>
                <a:spcPts val="0"/>
              </a:spcBef>
              <a:spcAft>
                <a:spcPts val="0"/>
              </a:spcAft>
              <a:buSzPts val="1867"/>
              <a:buFont typeface="Poppins"/>
              <a:buChar char="■"/>
              <a:defRPr sz="1867">
                <a:latin typeface="Poppins"/>
                <a:ea typeface="Poppins"/>
                <a:cs typeface="Poppins"/>
                <a:sym typeface="Poppins"/>
              </a:defRPr>
            </a:lvl3pPr>
            <a:lvl4pPr indent="-347134" lvl="3" marL="1828800">
              <a:spcBef>
                <a:spcPts val="0"/>
              </a:spcBef>
              <a:spcAft>
                <a:spcPts val="0"/>
              </a:spcAft>
              <a:buSzPts val="1867"/>
              <a:buFont typeface="Poppins"/>
              <a:buChar char="●"/>
              <a:defRPr sz="1867">
                <a:latin typeface="Poppins"/>
                <a:ea typeface="Poppins"/>
                <a:cs typeface="Poppins"/>
                <a:sym typeface="Poppins"/>
              </a:defRPr>
            </a:lvl4pPr>
            <a:lvl5pPr indent="-347133" lvl="4" marL="2286000">
              <a:spcBef>
                <a:spcPts val="0"/>
              </a:spcBef>
              <a:spcAft>
                <a:spcPts val="0"/>
              </a:spcAft>
              <a:buSzPts val="1867"/>
              <a:buFont typeface="Poppins"/>
              <a:buChar char="○"/>
              <a:defRPr sz="1867">
                <a:latin typeface="Poppins"/>
                <a:ea typeface="Poppins"/>
                <a:cs typeface="Poppins"/>
                <a:sym typeface="Poppins"/>
              </a:defRPr>
            </a:lvl5pPr>
            <a:lvl6pPr indent="-347133" lvl="5" marL="2743200">
              <a:spcBef>
                <a:spcPts val="0"/>
              </a:spcBef>
              <a:spcAft>
                <a:spcPts val="0"/>
              </a:spcAft>
              <a:buSzPts val="1867"/>
              <a:buFont typeface="Poppins"/>
              <a:buChar char="■"/>
              <a:defRPr sz="1867">
                <a:latin typeface="Poppins"/>
                <a:ea typeface="Poppins"/>
                <a:cs typeface="Poppins"/>
                <a:sym typeface="Poppins"/>
              </a:defRPr>
            </a:lvl6pPr>
            <a:lvl7pPr indent="-347133" lvl="6" marL="3200400">
              <a:spcBef>
                <a:spcPts val="0"/>
              </a:spcBef>
              <a:spcAft>
                <a:spcPts val="0"/>
              </a:spcAft>
              <a:buSzPts val="1867"/>
              <a:buFont typeface="Poppins"/>
              <a:buChar char="●"/>
              <a:defRPr sz="1867">
                <a:latin typeface="Poppins"/>
                <a:ea typeface="Poppins"/>
                <a:cs typeface="Poppins"/>
                <a:sym typeface="Poppins"/>
              </a:defRPr>
            </a:lvl7pPr>
            <a:lvl8pPr indent="-347133" lvl="7" marL="3657600">
              <a:spcBef>
                <a:spcPts val="0"/>
              </a:spcBef>
              <a:spcAft>
                <a:spcPts val="0"/>
              </a:spcAft>
              <a:buSzPts val="1867"/>
              <a:buFont typeface="Poppins"/>
              <a:buChar char="○"/>
              <a:defRPr sz="1867">
                <a:latin typeface="Poppins"/>
                <a:ea typeface="Poppins"/>
                <a:cs typeface="Poppins"/>
                <a:sym typeface="Poppins"/>
              </a:defRPr>
            </a:lvl8pPr>
            <a:lvl9pPr indent="-347133" lvl="8" marL="4114800">
              <a:spcBef>
                <a:spcPts val="0"/>
              </a:spcBef>
              <a:spcAft>
                <a:spcPts val="0"/>
              </a:spcAft>
              <a:buSzPts val="1867"/>
              <a:buFont typeface="Poppins"/>
              <a:buChar char="■"/>
              <a:defRPr sz="1867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 sz="1333"/>
            </a:lvl1pPr>
            <a:lvl2pPr lvl="1">
              <a:buNone/>
              <a:defRPr sz="1333"/>
            </a:lvl2pPr>
            <a:lvl3pPr lvl="2">
              <a:buNone/>
              <a:defRPr sz="1333"/>
            </a:lvl3pPr>
            <a:lvl4pPr lvl="3">
              <a:buNone/>
              <a:defRPr sz="1333"/>
            </a:lvl4pPr>
            <a:lvl5pPr lvl="4">
              <a:buNone/>
              <a:defRPr sz="1333"/>
            </a:lvl5pPr>
            <a:lvl6pPr lvl="5">
              <a:buNone/>
              <a:defRPr sz="1333"/>
            </a:lvl6pPr>
            <a:lvl7pPr lvl="6">
              <a:buNone/>
              <a:defRPr sz="1333"/>
            </a:lvl7pPr>
            <a:lvl8pPr lvl="7">
              <a:buNone/>
              <a:defRPr sz="1333"/>
            </a:lvl8pPr>
            <a:lvl9pPr lvl="8">
              <a:buNone/>
              <a:defRPr sz="13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7134" lvl="0" marL="457200">
              <a:spcBef>
                <a:spcPts val="0"/>
              </a:spcBef>
              <a:spcAft>
                <a:spcPts val="0"/>
              </a:spcAft>
              <a:buSzPts val="1867"/>
              <a:buChar char="●"/>
              <a:defRPr sz="1867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 sz="1333"/>
            </a:lvl1pPr>
            <a:lvl2pPr lvl="1">
              <a:buNone/>
              <a:defRPr sz="1333"/>
            </a:lvl2pPr>
            <a:lvl3pPr lvl="2">
              <a:buNone/>
              <a:defRPr sz="1333"/>
            </a:lvl3pPr>
            <a:lvl4pPr lvl="3">
              <a:buNone/>
              <a:defRPr sz="1333"/>
            </a:lvl4pPr>
            <a:lvl5pPr lvl="4">
              <a:buNone/>
              <a:defRPr sz="1333"/>
            </a:lvl5pPr>
            <a:lvl6pPr lvl="5">
              <a:buNone/>
              <a:defRPr sz="1333"/>
            </a:lvl6pPr>
            <a:lvl7pPr lvl="6">
              <a:buNone/>
              <a:defRPr sz="1333"/>
            </a:lvl7pPr>
            <a:lvl8pPr lvl="7">
              <a:buNone/>
              <a:defRPr sz="1333"/>
            </a:lvl8pPr>
            <a:lvl9pPr lvl="8">
              <a:buNone/>
              <a:defRPr sz="13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" name="Google Shape;48;p11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5932"/>
              </a:buClr>
              <a:buSzPts val="3733"/>
              <a:buFont typeface="Poppins SemiBold"/>
              <a:buNone/>
              <a:defRPr sz="3733">
                <a:solidFill>
                  <a:srgbClr val="F0593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2pPr>
            <a:lvl3pPr lvl="2"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3pPr>
            <a:lvl4pPr lvl="3"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4pPr>
            <a:lvl5pPr lvl="4"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5pPr>
            <a:lvl6pPr lvl="5"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6pPr>
            <a:lvl7pPr lvl="6"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7pPr>
            <a:lvl8pPr lvl="7"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8pPr>
            <a:lvl9pPr lvl="8"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9pPr>
          </a:lstStyle>
          <a:p/>
        </p:txBody>
      </p:sp>
      <p:sp>
        <p:nvSpPr>
          <p:cNvPr id="49" name="Google Shape;49;p11"/>
          <p:cNvSpPr txBox="1"/>
          <p:nvPr>
            <p:ph idx="2" type="body"/>
          </p:nvPr>
        </p:nvSpPr>
        <p:spPr>
          <a:xfrm>
            <a:off x="415600" y="1536633"/>
            <a:ext cx="59655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  <a:defRPr sz="2400">
                <a:latin typeface="Poppins"/>
                <a:ea typeface="Poppins"/>
                <a:cs typeface="Poppins"/>
                <a:sym typeface="Poppins"/>
              </a:defRPr>
            </a:lvl1pPr>
            <a:lvl2pPr indent="-347134" lvl="1" marL="914400">
              <a:spcBef>
                <a:spcPts val="0"/>
              </a:spcBef>
              <a:spcAft>
                <a:spcPts val="0"/>
              </a:spcAft>
              <a:buSzPts val="1867"/>
              <a:buFont typeface="Poppins"/>
              <a:buChar char="○"/>
              <a:defRPr sz="1867">
                <a:latin typeface="Poppins"/>
                <a:ea typeface="Poppins"/>
                <a:cs typeface="Poppins"/>
                <a:sym typeface="Poppins"/>
              </a:defRPr>
            </a:lvl2pPr>
            <a:lvl3pPr indent="-347134" lvl="2" marL="1371600">
              <a:spcBef>
                <a:spcPts val="0"/>
              </a:spcBef>
              <a:spcAft>
                <a:spcPts val="0"/>
              </a:spcAft>
              <a:buSzPts val="1867"/>
              <a:buFont typeface="Poppins"/>
              <a:buChar char="■"/>
              <a:defRPr sz="1867">
                <a:latin typeface="Poppins"/>
                <a:ea typeface="Poppins"/>
                <a:cs typeface="Poppins"/>
                <a:sym typeface="Poppins"/>
              </a:defRPr>
            </a:lvl3pPr>
            <a:lvl4pPr indent="-347134" lvl="3" marL="1828800">
              <a:spcBef>
                <a:spcPts val="0"/>
              </a:spcBef>
              <a:spcAft>
                <a:spcPts val="0"/>
              </a:spcAft>
              <a:buSzPts val="1867"/>
              <a:buFont typeface="Poppins"/>
              <a:buChar char="●"/>
              <a:defRPr sz="1867">
                <a:latin typeface="Poppins"/>
                <a:ea typeface="Poppins"/>
                <a:cs typeface="Poppins"/>
                <a:sym typeface="Poppins"/>
              </a:defRPr>
            </a:lvl4pPr>
            <a:lvl5pPr indent="-347133" lvl="4" marL="2286000">
              <a:spcBef>
                <a:spcPts val="0"/>
              </a:spcBef>
              <a:spcAft>
                <a:spcPts val="0"/>
              </a:spcAft>
              <a:buSzPts val="1867"/>
              <a:buFont typeface="Poppins"/>
              <a:buChar char="○"/>
              <a:defRPr sz="1867">
                <a:latin typeface="Poppins"/>
                <a:ea typeface="Poppins"/>
                <a:cs typeface="Poppins"/>
                <a:sym typeface="Poppins"/>
              </a:defRPr>
            </a:lvl5pPr>
            <a:lvl6pPr indent="-347133" lvl="5" marL="2743200">
              <a:spcBef>
                <a:spcPts val="0"/>
              </a:spcBef>
              <a:spcAft>
                <a:spcPts val="0"/>
              </a:spcAft>
              <a:buSzPts val="1867"/>
              <a:buFont typeface="Poppins"/>
              <a:buChar char="■"/>
              <a:defRPr sz="1867">
                <a:latin typeface="Poppins"/>
                <a:ea typeface="Poppins"/>
                <a:cs typeface="Poppins"/>
                <a:sym typeface="Poppins"/>
              </a:defRPr>
            </a:lvl6pPr>
            <a:lvl7pPr indent="-347133" lvl="6" marL="3200400">
              <a:spcBef>
                <a:spcPts val="0"/>
              </a:spcBef>
              <a:spcAft>
                <a:spcPts val="0"/>
              </a:spcAft>
              <a:buSzPts val="1867"/>
              <a:buFont typeface="Poppins"/>
              <a:buChar char="●"/>
              <a:defRPr sz="1867">
                <a:latin typeface="Poppins"/>
                <a:ea typeface="Poppins"/>
                <a:cs typeface="Poppins"/>
                <a:sym typeface="Poppins"/>
              </a:defRPr>
            </a:lvl7pPr>
            <a:lvl8pPr indent="-347133" lvl="7" marL="3657600">
              <a:spcBef>
                <a:spcPts val="0"/>
              </a:spcBef>
              <a:spcAft>
                <a:spcPts val="0"/>
              </a:spcAft>
              <a:buSzPts val="1867"/>
              <a:buFont typeface="Poppins"/>
              <a:buChar char="○"/>
              <a:defRPr sz="1867">
                <a:latin typeface="Poppins"/>
                <a:ea typeface="Poppins"/>
                <a:cs typeface="Poppins"/>
                <a:sym typeface="Poppins"/>
              </a:defRPr>
            </a:lvl8pPr>
            <a:lvl9pPr indent="-347133" lvl="8" marL="4114800">
              <a:spcBef>
                <a:spcPts val="0"/>
              </a:spcBef>
              <a:spcAft>
                <a:spcPts val="0"/>
              </a:spcAft>
              <a:buSzPts val="1867"/>
              <a:buFont typeface="Poppins"/>
              <a:buChar char="■"/>
              <a:defRPr sz="1867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 sz="1333"/>
            </a:lvl1pPr>
            <a:lvl2pPr lvl="1">
              <a:buNone/>
              <a:defRPr sz="1333"/>
            </a:lvl2pPr>
            <a:lvl3pPr lvl="2">
              <a:buNone/>
              <a:defRPr sz="1333"/>
            </a:lvl3pPr>
            <a:lvl4pPr lvl="3">
              <a:buNone/>
              <a:defRPr sz="1333"/>
            </a:lvl4pPr>
            <a:lvl5pPr lvl="4">
              <a:buNone/>
              <a:defRPr sz="1333"/>
            </a:lvl5pPr>
            <a:lvl6pPr lvl="5">
              <a:buNone/>
              <a:defRPr sz="1333"/>
            </a:lvl6pPr>
            <a:lvl7pPr lvl="6">
              <a:buNone/>
              <a:defRPr sz="1333"/>
            </a:lvl7pPr>
            <a:lvl8pPr lvl="7">
              <a:buNone/>
              <a:defRPr sz="1333"/>
            </a:lvl8pPr>
            <a:lvl9pPr lvl="8">
              <a:buNone/>
              <a:defRPr sz="13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" name="Google Shape;52;p12"/>
          <p:cNvSpPr txBox="1"/>
          <p:nvPr>
            <p:ph type="ctrTitle"/>
          </p:nvPr>
        </p:nvSpPr>
        <p:spPr>
          <a:xfrm>
            <a:off x="53000" y="992767"/>
            <a:ext cx="12085500" cy="27369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67"/>
              <a:buFont typeface="Poppins"/>
              <a:buNone/>
              <a:defRPr b="1" sz="6267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3" name="Google Shape;53;p12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33"/>
              <a:buFont typeface="Poppins Medium"/>
              <a:buNone/>
              <a:defRPr sz="3033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 sz="1333"/>
            </a:lvl1pPr>
            <a:lvl2pPr lvl="1">
              <a:buNone/>
              <a:defRPr sz="1333"/>
            </a:lvl2pPr>
            <a:lvl3pPr lvl="2">
              <a:buNone/>
              <a:defRPr sz="1333"/>
            </a:lvl3pPr>
            <a:lvl4pPr lvl="3">
              <a:buNone/>
              <a:defRPr sz="1333"/>
            </a:lvl4pPr>
            <a:lvl5pPr lvl="4">
              <a:buNone/>
              <a:defRPr sz="1333"/>
            </a:lvl5pPr>
            <a:lvl6pPr lvl="5">
              <a:buNone/>
              <a:defRPr sz="1333"/>
            </a:lvl6pPr>
            <a:lvl7pPr lvl="6">
              <a:buNone/>
              <a:defRPr sz="1333"/>
            </a:lvl7pPr>
            <a:lvl8pPr lvl="7">
              <a:buNone/>
              <a:defRPr sz="1333"/>
            </a:lvl8pPr>
            <a:lvl9pPr lvl="8">
              <a:buNone/>
              <a:defRPr sz="13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" name="Google Shape;56;p13"/>
          <p:cNvSpPr txBox="1"/>
          <p:nvPr>
            <p:ph type="ctrTitle"/>
          </p:nvPr>
        </p:nvSpPr>
        <p:spPr>
          <a:xfrm>
            <a:off x="4081375" y="992775"/>
            <a:ext cx="7119000" cy="27369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67"/>
              <a:buFont typeface="Poppins"/>
              <a:buNone/>
              <a:defRPr b="1" sz="6267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4081375" y="3778825"/>
            <a:ext cx="6756900" cy="1056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33"/>
              <a:buFont typeface="Poppins Medium"/>
              <a:buNone/>
              <a:defRPr sz="3033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 sz="1333"/>
            </a:lvl1pPr>
            <a:lvl2pPr lvl="1">
              <a:buNone/>
              <a:defRPr sz="1333"/>
            </a:lvl2pPr>
            <a:lvl3pPr lvl="2">
              <a:buNone/>
              <a:defRPr sz="1333"/>
            </a:lvl3pPr>
            <a:lvl4pPr lvl="3">
              <a:buNone/>
              <a:defRPr sz="1333"/>
            </a:lvl4pPr>
            <a:lvl5pPr lvl="4">
              <a:buNone/>
              <a:defRPr sz="1333"/>
            </a:lvl5pPr>
            <a:lvl6pPr lvl="5">
              <a:buNone/>
              <a:defRPr sz="1333"/>
            </a:lvl6pPr>
            <a:lvl7pPr lvl="6">
              <a:buNone/>
              <a:defRPr sz="1333"/>
            </a:lvl7pPr>
            <a:lvl8pPr lvl="7">
              <a:buNone/>
              <a:defRPr sz="1333"/>
            </a:lvl8pPr>
            <a:lvl9pPr lvl="8">
              <a:buNone/>
              <a:defRPr sz="13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" name="Google Shape;60;p14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AA73D"/>
              </a:buClr>
              <a:buSzPts val="3733"/>
              <a:buFont typeface="Poppins SemiBold"/>
              <a:buNone/>
              <a:defRPr sz="3733">
                <a:solidFill>
                  <a:srgbClr val="FAA73D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2pPr>
            <a:lvl3pPr lvl="2"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3pPr>
            <a:lvl4pPr lvl="3"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4pPr>
            <a:lvl5pPr lvl="4"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5pPr>
            <a:lvl6pPr lvl="5"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6pPr>
            <a:lvl7pPr lvl="6"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7pPr>
            <a:lvl8pPr lvl="7"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8pPr>
            <a:lvl9pPr lvl="8"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9pPr>
          </a:lstStyle>
          <a:p/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  <a:defRPr sz="2400">
                <a:latin typeface="Poppins"/>
                <a:ea typeface="Poppins"/>
                <a:cs typeface="Poppins"/>
                <a:sym typeface="Poppins"/>
              </a:defRPr>
            </a:lvl1pPr>
            <a:lvl2pPr indent="-347134" lvl="1" marL="914400">
              <a:spcBef>
                <a:spcPts val="0"/>
              </a:spcBef>
              <a:spcAft>
                <a:spcPts val="0"/>
              </a:spcAft>
              <a:buSzPts val="1867"/>
              <a:buFont typeface="Poppins"/>
              <a:buChar char="○"/>
              <a:defRPr sz="1867">
                <a:latin typeface="Poppins"/>
                <a:ea typeface="Poppins"/>
                <a:cs typeface="Poppins"/>
                <a:sym typeface="Poppins"/>
              </a:defRPr>
            </a:lvl2pPr>
            <a:lvl3pPr indent="-347134" lvl="2" marL="1371600">
              <a:spcBef>
                <a:spcPts val="0"/>
              </a:spcBef>
              <a:spcAft>
                <a:spcPts val="0"/>
              </a:spcAft>
              <a:buSzPts val="1867"/>
              <a:buFont typeface="Poppins"/>
              <a:buChar char="■"/>
              <a:defRPr sz="1867">
                <a:latin typeface="Poppins"/>
                <a:ea typeface="Poppins"/>
                <a:cs typeface="Poppins"/>
                <a:sym typeface="Poppins"/>
              </a:defRPr>
            </a:lvl3pPr>
            <a:lvl4pPr indent="-347134" lvl="3" marL="1828800">
              <a:spcBef>
                <a:spcPts val="0"/>
              </a:spcBef>
              <a:spcAft>
                <a:spcPts val="0"/>
              </a:spcAft>
              <a:buSzPts val="1867"/>
              <a:buFont typeface="Poppins"/>
              <a:buChar char="●"/>
              <a:defRPr sz="1867">
                <a:latin typeface="Poppins"/>
                <a:ea typeface="Poppins"/>
                <a:cs typeface="Poppins"/>
                <a:sym typeface="Poppins"/>
              </a:defRPr>
            </a:lvl4pPr>
            <a:lvl5pPr indent="-347133" lvl="4" marL="2286000">
              <a:spcBef>
                <a:spcPts val="0"/>
              </a:spcBef>
              <a:spcAft>
                <a:spcPts val="0"/>
              </a:spcAft>
              <a:buSzPts val="1867"/>
              <a:buFont typeface="Poppins"/>
              <a:buChar char="○"/>
              <a:defRPr sz="1867">
                <a:latin typeface="Poppins"/>
                <a:ea typeface="Poppins"/>
                <a:cs typeface="Poppins"/>
                <a:sym typeface="Poppins"/>
              </a:defRPr>
            </a:lvl5pPr>
            <a:lvl6pPr indent="-347133" lvl="5" marL="2743200">
              <a:spcBef>
                <a:spcPts val="0"/>
              </a:spcBef>
              <a:spcAft>
                <a:spcPts val="0"/>
              </a:spcAft>
              <a:buSzPts val="1867"/>
              <a:buFont typeface="Poppins"/>
              <a:buChar char="■"/>
              <a:defRPr sz="1867">
                <a:latin typeface="Poppins"/>
                <a:ea typeface="Poppins"/>
                <a:cs typeface="Poppins"/>
                <a:sym typeface="Poppins"/>
              </a:defRPr>
            </a:lvl6pPr>
            <a:lvl7pPr indent="-347133" lvl="6" marL="3200400">
              <a:spcBef>
                <a:spcPts val="0"/>
              </a:spcBef>
              <a:spcAft>
                <a:spcPts val="0"/>
              </a:spcAft>
              <a:buSzPts val="1867"/>
              <a:buFont typeface="Poppins"/>
              <a:buChar char="●"/>
              <a:defRPr sz="1867">
                <a:latin typeface="Poppins"/>
                <a:ea typeface="Poppins"/>
                <a:cs typeface="Poppins"/>
                <a:sym typeface="Poppins"/>
              </a:defRPr>
            </a:lvl7pPr>
            <a:lvl8pPr indent="-347133" lvl="7" marL="3657600">
              <a:spcBef>
                <a:spcPts val="0"/>
              </a:spcBef>
              <a:spcAft>
                <a:spcPts val="0"/>
              </a:spcAft>
              <a:buSzPts val="1867"/>
              <a:buFont typeface="Poppins"/>
              <a:buChar char="○"/>
              <a:defRPr sz="1867">
                <a:latin typeface="Poppins"/>
                <a:ea typeface="Poppins"/>
                <a:cs typeface="Poppins"/>
                <a:sym typeface="Poppins"/>
              </a:defRPr>
            </a:lvl8pPr>
            <a:lvl9pPr indent="-347133" lvl="8" marL="4114800">
              <a:spcBef>
                <a:spcPts val="0"/>
              </a:spcBef>
              <a:spcAft>
                <a:spcPts val="0"/>
              </a:spcAft>
              <a:buSzPts val="1867"/>
              <a:buFont typeface="Poppins"/>
              <a:buChar char="■"/>
              <a:defRPr sz="1867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 sz="1333"/>
            </a:lvl1pPr>
            <a:lvl2pPr lvl="1">
              <a:buNone/>
              <a:defRPr sz="1333"/>
            </a:lvl2pPr>
            <a:lvl3pPr lvl="2">
              <a:buNone/>
              <a:defRPr sz="1333"/>
            </a:lvl3pPr>
            <a:lvl4pPr lvl="3">
              <a:buNone/>
              <a:defRPr sz="1333"/>
            </a:lvl4pPr>
            <a:lvl5pPr lvl="4">
              <a:buNone/>
              <a:defRPr sz="1333"/>
            </a:lvl5pPr>
            <a:lvl6pPr lvl="5">
              <a:buNone/>
              <a:defRPr sz="1333"/>
            </a:lvl6pPr>
            <a:lvl7pPr lvl="6">
              <a:buNone/>
              <a:defRPr sz="1333"/>
            </a:lvl7pPr>
            <a:lvl8pPr lvl="7">
              <a:buNone/>
              <a:defRPr sz="1333"/>
            </a:lvl8pPr>
            <a:lvl9pPr lvl="8">
              <a:buNone/>
              <a:defRPr sz="13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4" name="Google Shape;64;p15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AA73D"/>
              </a:buClr>
              <a:buSzPts val="3733"/>
              <a:buFont typeface="Poppins SemiBold"/>
              <a:buNone/>
              <a:defRPr sz="3733">
                <a:solidFill>
                  <a:srgbClr val="FAA73D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2pPr>
            <a:lvl3pPr lvl="2"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3pPr>
            <a:lvl4pPr lvl="3"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4pPr>
            <a:lvl5pPr lvl="4"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5pPr>
            <a:lvl6pPr lvl="5"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6pPr>
            <a:lvl7pPr lvl="6"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7pPr>
            <a:lvl8pPr lvl="7"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8pPr>
            <a:lvl9pPr lvl="8"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9pPr>
          </a:lstStyle>
          <a:p/>
        </p:txBody>
      </p:sp>
      <p:sp>
        <p:nvSpPr>
          <p:cNvPr id="65" name="Google Shape;65;p15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  <a:defRPr sz="2400">
                <a:latin typeface="Poppins"/>
                <a:ea typeface="Poppins"/>
                <a:cs typeface="Poppins"/>
                <a:sym typeface="Poppins"/>
              </a:defRPr>
            </a:lvl1pPr>
            <a:lvl2pPr indent="-347134" lvl="1" marL="914400">
              <a:spcBef>
                <a:spcPts val="0"/>
              </a:spcBef>
              <a:spcAft>
                <a:spcPts val="0"/>
              </a:spcAft>
              <a:buSzPts val="1867"/>
              <a:buFont typeface="Poppins"/>
              <a:buChar char="○"/>
              <a:defRPr sz="1867">
                <a:latin typeface="Poppins"/>
                <a:ea typeface="Poppins"/>
                <a:cs typeface="Poppins"/>
                <a:sym typeface="Poppins"/>
              </a:defRPr>
            </a:lvl2pPr>
            <a:lvl3pPr indent="-347134" lvl="2" marL="1371600">
              <a:spcBef>
                <a:spcPts val="0"/>
              </a:spcBef>
              <a:spcAft>
                <a:spcPts val="0"/>
              </a:spcAft>
              <a:buSzPts val="1867"/>
              <a:buFont typeface="Poppins"/>
              <a:buChar char="■"/>
              <a:defRPr sz="1867">
                <a:latin typeface="Poppins"/>
                <a:ea typeface="Poppins"/>
                <a:cs typeface="Poppins"/>
                <a:sym typeface="Poppins"/>
              </a:defRPr>
            </a:lvl3pPr>
            <a:lvl4pPr indent="-347134" lvl="3" marL="1828800">
              <a:spcBef>
                <a:spcPts val="0"/>
              </a:spcBef>
              <a:spcAft>
                <a:spcPts val="0"/>
              </a:spcAft>
              <a:buSzPts val="1867"/>
              <a:buFont typeface="Poppins"/>
              <a:buChar char="●"/>
              <a:defRPr sz="1867">
                <a:latin typeface="Poppins"/>
                <a:ea typeface="Poppins"/>
                <a:cs typeface="Poppins"/>
                <a:sym typeface="Poppins"/>
              </a:defRPr>
            </a:lvl4pPr>
            <a:lvl5pPr indent="-347133" lvl="4" marL="2286000">
              <a:spcBef>
                <a:spcPts val="0"/>
              </a:spcBef>
              <a:spcAft>
                <a:spcPts val="0"/>
              </a:spcAft>
              <a:buSzPts val="1867"/>
              <a:buFont typeface="Poppins"/>
              <a:buChar char="○"/>
              <a:defRPr sz="1867">
                <a:latin typeface="Poppins"/>
                <a:ea typeface="Poppins"/>
                <a:cs typeface="Poppins"/>
                <a:sym typeface="Poppins"/>
              </a:defRPr>
            </a:lvl5pPr>
            <a:lvl6pPr indent="-347133" lvl="5" marL="2743200">
              <a:spcBef>
                <a:spcPts val="0"/>
              </a:spcBef>
              <a:spcAft>
                <a:spcPts val="0"/>
              </a:spcAft>
              <a:buSzPts val="1867"/>
              <a:buFont typeface="Poppins"/>
              <a:buChar char="■"/>
              <a:defRPr sz="1867">
                <a:latin typeface="Poppins"/>
                <a:ea typeface="Poppins"/>
                <a:cs typeface="Poppins"/>
                <a:sym typeface="Poppins"/>
              </a:defRPr>
            </a:lvl6pPr>
            <a:lvl7pPr indent="-347133" lvl="6" marL="3200400">
              <a:spcBef>
                <a:spcPts val="0"/>
              </a:spcBef>
              <a:spcAft>
                <a:spcPts val="0"/>
              </a:spcAft>
              <a:buSzPts val="1867"/>
              <a:buFont typeface="Poppins"/>
              <a:buChar char="●"/>
              <a:defRPr sz="1867">
                <a:latin typeface="Poppins"/>
                <a:ea typeface="Poppins"/>
                <a:cs typeface="Poppins"/>
                <a:sym typeface="Poppins"/>
              </a:defRPr>
            </a:lvl7pPr>
            <a:lvl8pPr indent="-347133" lvl="7" marL="3657600">
              <a:spcBef>
                <a:spcPts val="0"/>
              </a:spcBef>
              <a:spcAft>
                <a:spcPts val="0"/>
              </a:spcAft>
              <a:buSzPts val="1867"/>
              <a:buFont typeface="Poppins"/>
              <a:buChar char="○"/>
              <a:defRPr sz="1867">
                <a:latin typeface="Poppins"/>
                <a:ea typeface="Poppins"/>
                <a:cs typeface="Poppins"/>
                <a:sym typeface="Poppins"/>
              </a:defRPr>
            </a:lvl8pPr>
            <a:lvl9pPr indent="-347133" lvl="8" marL="4114800">
              <a:spcBef>
                <a:spcPts val="0"/>
              </a:spcBef>
              <a:spcAft>
                <a:spcPts val="0"/>
              </a:spcAft>
              <a:buSzPts val="1867"/>
              <a:buFont typeface="Poppins"/>
              <a:buChar char="■"/>
              <a:defRPr sz="1867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 sz="1333"/>
            </a:lvl1pPr>
            <a:lvl2pPr lvl="1">
              <a:buNone/>
              <a:defRPr sz="1333"/>
            </a:lvl2pPr>
            <a:lvl3pPr lvl="2">
              <a:buNone/>
              <a:defRPr sz="1333"/>
            </a:lvl3pPr>
            <a:lvl4pPr lvl="3">
              <a:buNone/>
              <a:defRPr sz="1333"/>
            </a:lvl4pPr>
            <a:lvl5pPr lvl="4">
              <a:buNone/>
              <a:defRPr sz="1333"/>
            </a:lvl5pPr>
            <a:lvl6pPr lvl="5">
              <a:buNone/>
              <a:defRPr sz="1333"/>
            </a:lvl6pPr>
            <a:lvl7pPr lvl="6">
              <a:buNone/>
              <a:defRPr sz="1333"/>
            </a:lvl7pPr>
            <a:lvl8pPr lvl="7">
              <a:buNone/>
              <a:defRPr sz="1333"/>
            </a:lvl8pPr>
            <a:lvl9pPr lvl="8">
              <a:buNone/>
              <a:defRPr sz="13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Google Shape;68;p16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AA73D"/>
              </a:buClr>
              <a:buSzPts val="3733"/>
              <a:buFont typeface="Poppins SemiBold"/>
              <a:buNone/>
              <a:defRPr sz="3733">
                <a:solidFill>
                  <a:srgbClr val="FAA73D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2pPr>
            <a:lvl3pPr lvl="2"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3pPr>
            <a:lvl4pPr lvl="3"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4pPr>
            <a:lvl5pPr lvl="4"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5pPr>
            <a:lvl6pPr lvl="5"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6pPr>
            <a:lvl7pPr lvl="6"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7pPr>
            <a:lvl8pPr lvl="7"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8pPr>
            <a:lvl9pPr lvl="8"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9pPr>
          </a:lstStyle>
          <a:p/>
        </p:txBody>
      </p:sp>
      <p:sp>
        <p:nvSpPr>
          <p:cNvPr id="69" name="Google Shape;69;p16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  <a:defRPr sz="2400">
                <a:latin typeface="Poppins"/>
                <a:ea typeface="Poppins"/>
                <a:cs typeface="Poppins"/>
                <a:sym typeface="Poppins"/>
              </a:defRPr>
            </a:lvl1pPr>
            <a:lvl2pPr indent="-347134" lvl="1" marL="914400">
              <a:spcBef>
                <a:spcPts val="0"/>
              </a:spcBef>
              <a:spcAft>
                <a:spcPts val="0"/>
              </a:spcAft>
              <a:buSzPts val="1867"/>
              <a:buFont typeface="Poppins"/>
              <a:buChar char="○"/>
              <a:defRPr sz="1867">
                <a:latin typeface="Poppins"/>
                <a:ea typeface="Poppins"/>
                <a:cs typeface="Poppins"/>
                <a:sym typeface="Poppins"/>
              </a:defRPr>
            </a:lvl2pPr>
            <a:lvl3pPr indent="-347134" lvl="2" marL="1371600">
              <a:spcBef>
                <a:spcPts val="0"/>
              </a:spcBef>
              <a:spcAft>
                <a:spcPts val="0"/>
              </a:spcAft>
              <a:buSzPts val="1867"/>
              <a:buFont typeface="Poppins"/>
              <a:buChar char="■"/>
              <a:defRPr sz="1867">
                <a:latin typeface="Poppins"/>
                <a:ea typeface="Poppins"/>
                <a:cs typeface="Poppins"/>
                <a:sym typeface="Poppins"/>
              </a:defRPr>
            </a:lvl3pPr>
            <a:lvl4pPr indent="-347134" lvl="3" marL="1828800">
              <a:spcBef>
                <a:spcPts val="0"/>
              </a:spcBef>
              <a:spcAft>
                <a:spcPts val="0"/>
              </a:spcAft>
              <a:buSzPts val="1867"/>
              <a:buFont typeface="Poppins"/>
              <a:buChar char="●"/>
              <a:defRPr sz="1867">
                <a:latin typeface="Poppins"/>
                <a:ea typeface="Poppins"/>
                <a:cs typeface="Poppins"/>
                <a:sym typeface="Poppins"/>
              </a:defRPr>
            </a:lvl4pPr>
            <a:lvl5pPr indent="-347133" lvl="4" marL="2286000">
              <a:spcBef>
                <a:spcPts val="0"/>
              </a:spcBef>
              <a:spcAft>
                <a:spcPts val="0"/>
              </a:spcAft>
              <a:buSzPts val="1867"/>
              <a:buFont typeface="Poppins"/>
              <a:buChar char="○"/>
              <a:defRPr sz="1867">
                <a:latin typeface="Poppins"/>
                <a:ea typeface="Poppins"/>
                <a:cs typeface="Poppins"/>
                <a:sym typeface="Poppins"/>
              </a:defRPr>
            </a:lvl5pPr>
            <a:lvl6pPr indent="-347133" lvl="5" marL="2743200">
              <a:spcBef>
                <a:spcPts val="0"/>
              </a:spcBef>
              <a:spcAft>
                <a:spcPts val="0"/>
              </a:spcAft>
              <a:buSzPts val="1867"/>
              <a:buFont typeface="Poppins"/>
              <a:buChar char="■"/>
              <a:defRPr sz="1867">
                <a:latin typeface="Poppins"/>
                <a:ea typeface="Poppins"/>
                <a:cs typeface="Poppins"/>
                <a:sym typeface="Poppins"/>
              </a:defRPr>
            </a:lvl6pPr>
            <a:lvl7pPr indent="-347133" lvl="6" marL="3200400">
              <a:spcBef>
                <a:spcPts val="0"/>
              </a:spcBef>
              <a:spcAft>
                <a:spcPts val="0"/>
              </a:spcAft>
              <a:buSzPts val="1867"/>
              <a:buFont typeface="Poppins"/>
              <a:buChar char="●"/>
              <a:defRPr sz="1867">
                <a:latin typeface="Poppins"/>
                <a:ea typeface="Poppins"/>
                <a:cs typeface="Poppins"/>
                <a:sym typeface="Poppins"/>
              </a:defRPr>
            </a:lvl7pPr>
            <a:lvl8pPr indent="-347133" lvl="7" marL="3657600">
              <a:spcBef>
                <a:spcPts val="0"/>
              </a:spcBef>
              <a:spcAft>
                <a:spcPts val="0"/>
              </a:spcAft>
              <a:buSzPts val="1867"/>
              <a:buFont typeface="Poppins"/>
              <a:buChar char="○"/>
              <a:defRPr sz="1867">
                <a:latin typeface="Poppins"/>
                <a:ea typeface="Poppins"/>
                <a:cs typeface="Poppins"/>
                <a:sym typeface="Poppins"/>
              </a:defRPr>
            </a:lvl8pPr>
            <a:lvl9pPr indent="-347133" lvl="8" marL="4114800">
              <a:spcBef>
                <a:spcPts val="0"/>
              </a:spcBef>
              <a:spcAft>
                <a:spcPts val="0"/>
              </a:spcAft>
              <a:buSzPts val="1867"/>
              <a:buFont typeface="Poppins"/>
              <a:buChar char="■"/>
              <a:defRPr sz="1867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blue 3">
  <p:cSld name="BIG_NUMB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 sz="1333"/>
            </a:lvl1pPr>
            <a:lvl2pPr lvl="1">
              <a:buNone/>
              <a:defRPr sz="1333"/>
            </a:lvl2pPr>
            <a:lvl3pPr lvl="2">
              <a:buNone/>
              <a:defRPr sz="1333"/>
            </a:lvl3pPr>
            <a:lvl4pPr lvl="3">
              <a:buNone/>
              <a:defRPr sz="1333"/>
            </a:lvl4pPr>
            <a:lvl5pPr lvl="4">
              <a:buNone/>
              <a:defRPr sz="1333"/>
            </a:lvl5pPr>
            <a:lvl6pPr lvl="5">
              <a:buNone/>
              <a:defRPr sz="1333"/>
            </a:lvl6pPr>
            <a:lvl7pPr lvl="6">
              <a:buNone/>
              <a:defRPr sz="1333"/>
            </a:lvl7pPr>
            <a:lvl8pPr lvl="7">
              <a:buNone/>
              <a:defRPr sz="1333"/>
            </a:lvl8pPr>
            <a:lvl9pPr lvl="8">
              <a:buNone/>
              <a:defRPr sz="13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" name="Google Shape;72;p17"/>
          <p:cNvSpPr txBox="1"/>
          <p:nvPr>
            <p:ph type="ctrTitle"/>
          </p:nvPr>
        </p:nvSpPr>
        <p:spPr>
          <a:xfrm>
            <a:off x="4793050" y="992775"/>
            <a:ext cx="7345500" cy="27369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67"/>
              <a:buFont typeface="Poppins"/>
              <a:buNone/>
              <a:defRPr b="1" sz="6267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3" name="Google Shape;73;p17"/>
          <p:cNvSpPr txBox="1"/>
          <p:nvPr>
            <p:ph idx="1" type="subTitle"/>
          </p:nvPr>
        </p:nvSpPr>
        <p:spPr>
          <a:xfrm>
            <a:off x="4793050" y="3778825"/>
            <a:ext cx="6983400" cy="1056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33"/>
              <a:buFont typeface="Poppins Medium"/>
              <a:buNone/>
              <a:defRPr sz="3033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 sz="1333"/>
            </a:lvl1pPr>
            <a:lvl2pPr lvl="1">
              <a:buNone/>
              <a:defRPr sz="1333"/>
            </a:lvl2pPr>
            <a:lvl3pPr lvl="2">
              <a:buNone/>
              <a:defRPr sz="1333"/>
            </a:lvl3pPr>
            <a:lvl4pPr lvl="3">
              <a:buNone/>
              <a:defRPr sz="1333"/>
            </a:lvl4pPr>
            <a:lvl5pPr lvl="4">
              <a:buNone/>
              <a:defRPr sz="1333"/>
            </a:lvl5pPr>
            <a:lvl6pPr lvl="5">
              <a:buNone/>
              <a:defRPr sz="1333"/>
            </a:lvl6pPr>
            <a:lvl7pPr lvl="6">
              <a:buNone/>
              <a:defRPr sz="1333"/>
            </a:lvl7pPr>
            <a:lvl8pPr lvl="7">
              <a:buNone/>
              <a:defRPr sz="1333"/>
            </a:lvl8pPr>
            <a:lvl9pPr lvl="8">
              <a:buNone/>
              <a:defRPr sz="13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6" name="Google Shape;76;p18"/>
          <p:cNvSpPr txBox="1"/>
          <p:nvPr>
            <p:ph type="ctrTitle"/>
          </p:nvPr>
        </p:nvSpPr>
        <p:spPr>
          <a:xfrm>
            <a:off x="4793050" y="992775"/>
            <a:ext cx="7345500" cy="27369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67"/>
              <a:buFont typeface="Poppins"/>
              <a:buNone/>
              <a:defRPr b="1" sz="6267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" name="Google Shape;77;p18"/>
          <p:cNvSpPr txBox="1"/>
          <p:nvPr>
            <p:ph idx="1" type="subTitle"/>
          </p:nvPr>
        </p:nvSpPr>
        <p:spPr>
          <a:xfrm>
            <a:off x="4793050" y="3778825"/>
            <a:ext cx="6983400" cy="1056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33"/>
              <a:buFont typeface="Poppins Medium"/>
              <a:buNone/>
              <a:defRPr sz="3033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4332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5943600" y="-1097280"/>
            <a:ext cx="5029200" cy="5029200"/>
          </a:xfrm>
          <a:prstGeom prst="ellipse">
            <a:avLst/>
          </a:prstGeom>
          <a:solidFill>
            <a:srgbClr val="2D6A4F"/>
          </a:solidFill>
          <a:ln cap="flat" cmpd="sng" w="12700">
            <a:solidFill>
              <a:srgbClr val="2D6A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6583680" y="-457200"/>
            <a:ext cx="3657600" cy="3657600"/>
          </a:xfrm>
          <a:prstGeom prst="ellipse">
            <a:avLst/>
          </a:prstGeom>
          <a:solidFill>
            <a:srgbClr val="40916C"/>
          </a:solidFill>
          <a:ln cap="flat" cmpd="sng" w="1270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0" y="4389120"/>
            <a:ext cx="9144000" cy="731520"/>
          </a:xfrm>
          <a:prstGeom prst="rect">
            <a:avLst/>
          </a:prstGeom>
          <a:solidFill>
            <a:srgbClr val="40916C"/>
          </a:solidFill>
          <a:ln cap="flat" cmpd="sng" w="1270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0" y="438912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F3D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🌿  A Student Science Project  🌿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457200" y="914400"/>
            <a:ext cx="2194560" cy="347472"/>
          </a:xfrm>
          <a:prstGeom prst="roundRect">
            <a:avLst>
              <a:gd fmla="val 15789" name="adj"/>
            </a:avLst>
          </a:prstGeom>
          <a:solidFill>
            <a:srgbClr val="E76F51"/>
          </a:solidFill>
          <a:ln cap="flat" cmpd="sng" w="12700">
            <a:solidFill>
              <a:srgbClr val="E76F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457200" y="914400"/>
            <a:ext cx="2194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5TH GRADE SCIENCE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457200" y="1371600"/>
            <a:ext cx="59436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Georgia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Animal Adaptations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457200" y="2834640"/>
            <a:ext cx="5943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4C69D"/>
              </a:buClr>
              <a:buSzPts val="1600"/>
              <a:buFont typeface="Georgia"/>
              <a:buNone/>
            </a:pPr>
            <a:r>
              <a:rPr b="0" i="1" lang="en-US" sz="1600" u="none" cap="none" strike="noStrike">
                <a:solidFill>
                  <a:srgbClr val="74C69D"/>
                </a:solidFill>
                <a:latin typeface="Georgia"/>
                <a:ea typeface="Georgia"/>
                <a:cs typeface="Georgia"/>
                <a:sym typeface="Georgia"/>
              </a:rPr>
              <a:t>How Animals Survive — and How They Might Evolve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457200" y="365760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C46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9C46A"/>
                </a:solidFill>
                <a:latin typeface="Calibri"/>
                <a:ea typeface="Calibri"/>
                <a:cs typeface="Calibri"/>
                <a:sym typeface="Calibri"/>
              </a:rPr>
              <a:t>Name: _______________________     Period: _______     Date: __________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AE0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0916C"/>
          </a:solidFill>
          <a:ln cap="flat" cmpd="sng" w="1270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B4332"/>
                </a:solidFill>
                <a:latin typeface="Georgia"/>
                <a:ea typeface="Georgia"/>
                <a:cs typeface="Georgia"/>
                <a:sym typeface="Georgia"/>
              </a:rPr>
              <a:t>How to Use This Template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365760" y="868680"/>
            <a:ext cx="8412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Follow the slides in order. Replace the example text with YOUR animal and YOUR ideas!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365760" y="1463040"/>
            <a:ext cx="420624" cy="420624"/>
          </a:xfrm>
          <a:prstGeom prst="ellipse">
            <a:avLst/>
          </a:prstGeom>
          <a:solidFill>
            <a:srgbClr val="40916C"/>
          </a:solidFill>
          <a:ln cap="flat" cmpd="sng" w="1270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365760" y="146304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868680" y="1417320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Choose Your Animal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868680" y="1673352"/>
            <a:ext cx="3474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Pick any animal you find interesting — from a rainforest frog to an Arctic wolf. You'll study this animal for the whole presentation.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365760" y="2359152"/>
            <a:ext cx="420624" cy="420624"/>
          </a:xfrm>
          <a:prstGeom prst="ellipse">
            <a:avLst/>
          </a:prstGeom>
          <a:solidFill>
            <a:srgbClr val="40916C"/>
          </a:solidFill>
          <a:ln cap="flat" cmpd="sng" w="1270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365760" y="2359152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868680" y="2313432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Describe the Animal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868680" y="2569464"/>
            <a:ext cx="3474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On Slide 3, write what your animal looks like, how big it is, and any fun facts. Add a picture!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365760" y="3255264"/>
            <a:ext cx="420624" cy="420624"/>
          </a:xfrm>
          <a:prstGeom prst="ellipse">
            <a:avLst/>
          </a:prstGeom>
          <a:solidFill>
            <a:srgbClr val="40916C"/>
          </a:solidFill>
          <a:ln cap="flat" cmpd="sng" w="1270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365760" y="3255264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868680" y="3209544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Describe Its Environment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868680" y="3465576"/>
            <a:ext cx="3474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On Slide 4, explain where your animal lives — the biome, climate, food, and dangers it faces.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365760" y="4151376"/>
            <a:ext cx="420624" cy="420624"/>
          </a:xfrm>
          <a:prstGeom prst="ellipse">
            <a:avLst/>
          </a:prstGeom>
          <a:solidFill>
            <a:srgbClr val="40916C"/>
          </a:solidFill>
          <a:ln cap="flat" cmpd="sng" w="1270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365760" y="4151376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868680" y="4105656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Current Adaptations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868680" y="4361688"/>
            <a:ext cx="3474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On Slide 5, list 3–5 adaptations your animal already has and explain HOW each one helps it survive.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4754880" y="1463040"/>
            <a:ext cx="420624" cy="420624"/>
          </a:xfrm>
          <a:prstGeom prst="ellipse">
            <a:avLst/>
          </a:prstGeom>
          <a:solidFill>
            <a:srgbClr val="40916C"/>
          </a:solidFill>
          <a:ln cap="flat" cmpd="sng" w="1270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4754880" y="146304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5257800" y="1417320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Choose a New Environment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5257800" y="1673352"/>
            <a:ext cx="3474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On Slide 6, pick a very different biome OR describe how your animal's current biome has been changed by humans.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4754880" y="2359152"/>
            <a:ext cx="420624" cy="420624"/>
          </a:xfrm>
          <a:prstGeom prst="ellipse">
            <a:avLst/>
          </a:prstGeom>
          <a:solidFill>
            <a:srgbClr val="40916C"/>
          </a:solidFill>
          <a:ln cap="flat" cmpd="sng" w="1270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4"/>
          <p:cNvSpPr/>
          <p:nvPr/>
        </p:nvSpPr>
        <p:spPr>
          <a:xfrm>
            <a:off x="4754880" y="2359152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5257800" y="2313432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Future Adaptations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5257800" y="2569464"/>
            <a:ext cx="3474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On Slide 7, predict 3–5 new adaptations your animal might evolve after millions of years. Be creative — use science!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4754880" y="3255264"/>
            <a:ext cx="420624" cy="420624"/>
          </a:xfrm>
          <a:prstGeom prst="ellipse">
            <a:avLst/>
          </a:prstGeom>
          <a:solidFill>
            <a:srgbClr val="40916C"/>
          </a:solidFill>
          <a:ln cap="flat" cmpd="sng" w="1270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4"/>
          <p:cNvSpPr/>
          <p:nvPr/>
        </p:nvSpPr>
        <p:spPr>
          <a:xfrm>
            <a:off x="4754880" y="3255264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5257800" y="3209544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Wrap It Up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5257800" y="3465576"/>
            <a:ext cx="3474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On Slide 8, summarize what you learned and share your opinion: Is your animal in danger? Can it adapt fast enough?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1" name="Google Shape;61;p4"/>
          <p:cNvCxnSpPr/>
          <p:nvPr/>
        </p:nvCxnSpPr>
        <p:spPr>
          <a:xfrm>
            <a:off x="4572000" y="1280160"/>
            <a:ext cx="0" cy="3474720"/>
          </a:xfrm>
          <a:prstGeom prst="straightConnector1">
            <a:avLst/>
          </a:prstGeom>
          <a:noFill/>
          <a:ln cap="flat" cmpd="sng" w="19050">
            <a:solidFill>
              <a:srgbClr val="74C69D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62" name="Google Shape;62;p4"/>
          <p:cNvSpPr/>
          <p:nvPr/>
        </p:nvSpPr>
        <p:spPr>
          <a:xfrm>
            <a:off x="365760" y="1234440"/>
            <a:ext cx="4023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6F5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76F51"/>
                </a:solidFill>
                <a:latin typeface="Calibri"/>
                <a:ea typeface="Calibri"/>
                <a:cs typeface="Calibri"/>
                <a:sym typeface="Calibri"/>
              </a:rPr>
              <a:t>PART 1: Your Animal Today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4754880" y="1234440"/>
            <a:ext cx="4023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PART 2: Your Animal in the Future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4332"/>
          </a:solidFill>
          <a:ln cap="flat" cmpd="sng" w="12700">
            <a:solidFill>
              <a:srgbClr val="1B43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320040" y="164592"/>
            <a:ext cx="2011680" cy="292608"/>
          </a:xfrm>
          <a:prstGeom prst="roundRect">
            <a:avLst>
              <a:gd fmla="val 15625" name="adj"/>
            </a:avLst>
          </a:prstGeom>
          <a:solidFill>
            <a:srgbClr val="40916C"/>
          </a:solidFill>
          <a:ln cap="flat" cmpd="sng" w="1270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320040" y="164592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SLIDE 1 OF 6 — PART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320040" y="41148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Meet My Animal!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320040" y="1051560"/>
            <a:ext cx="4846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Animal Name (Common &amp; Scientific):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320040" y="1298448"/>
            <a:ext cx="4846320" cy="320040"/>
          </a:xfrm>
          <a:prstGeom prst="rect">
            <a:avLst/>
          </a:prstGeom>
          <a:solidFill>
            <a:srgbClr val="D8F3DC"/>
          </a:solidFill>
          <a:ln cap="flat" cmpd="sng" w="12700">
            <a:solidFill>
              <a:srgbClr val="74C6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347472" y="1298448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e.g., Snow Leopard (Panthera uncia)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320040" y="1737360"/>
            <a:ext cx="4846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Animal Group (mammal, reptile, bird, fish, insect, etc.):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320040" y="1984248"/>
            <a:ext cx="4846320" cy="320040"/>
          </a:xfrm>
          <a:prstGeom prst="rect">
            <a:avLst/>
          </a:prstGeom>
          <a:solidFill>
            <a:srgbClr val="D8F3DC"/>
          </a:solidFill>
          <a:ln cap="flat" cmpd="sng" w="12700">
            <a:solidFill>
              <a:srgbClr val="74C6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347472" y="1984248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e.g., Mammal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320040" y="2423160"/>
            <a:ext cx="4846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Size &amp; Weight: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320040" y="2670048"/>
            <a:ext cx="4846320" cy="320040"/>
          </a:xfrm>
          <a:prstGeom prst="rect">
            <a:avLst/>
          </a:prstGeom>
          <a:solidFill>
            <a:srgbClr val="D8F3DC"/>
          </a:solidFill>
          <a:ln cap="flat" cmpd="sng" w="12700">
            <a:solidFill>
              <a:srgbClr val="74C6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"/>
          <p:cNvSpPr/>
          <p:nvPr/>
        </p:nvSpPr>
        <p:spPr>
          <a:xfrm>
            <a:off x="347472" y="2670048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e.g., 4–5 ft long; 60–120 lbs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320040" y="3108960"/>
            <a:ext cx="4846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What does it eat? (herbivore, omnivore, carnivore):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320040" y="3355848"/>
            <a:ext cx="4846320" cy="320040"/>
          </a:xfrm>
          <a:prstGeom prst="rect">
            <a:avLst/>
          </a:prstGeom>
          <a:solidFill>
            <a:srgbClr val="D8F3DC"/>
          </a:solidFill>
          <a:ln cap="flat" cmpd="sng" w="12700">
            <a:solidFill>
              <a:srgbClr val="74C6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347472" y="3355848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e.g., Carnivore — eats wild sheep, deer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320040" y="3794760"/>
            <a:ext cx="4846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3 Cool Facts About This Animal: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320040" y="4041648"/>
            <a:ext cx="4846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 xml:space="preserve">1. </a:t>
            </a:r>
            <a:r>
              <a:rPr b="0" i="0" lang="en-US" sz="105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___________________________________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 xml:space="preserve">2. </a:t>
            </a:r>
            <a:r>
              <a:rPr b="0" i="0" lang="en-US" sz="105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___________________________________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 xml:space="preserve">3. </a:t>
            </a:r>
            <a:r>
              <a:rPr b="0" i="0" lang="en-US" sz="105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___________________________________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5440680" y="1051560"/>
            <a:ext cx="3383280" cy="2834640"/>
          </a:xfrm>
          <a:prstGeom prst="rect">
            <a:avLst/>
          </a:prstGeom>
          <a:solidFill>
            <a:srgbClr val="D8F3DC"/>
          </a:solidFill>
          <a:ln cap="flat" cmpd="sng" w="25400">
            <a:solidFill>
              <a:srgbClr val="74C6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"/>
          <p:cNvSpPr/>
          <p:nvPr/>
        </p:nvSpPr>
        <p:spPr>
          <a:xfrm>
            <a:off x="5440680" y="1051560"/>
            <a:ext cx="338328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0916C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40916C"/>
                </a:solidFill>
                <a:latin typeface="Calibri"/>
                <a:ea typeface="Calibri"/>
                <a:cs typeface="Calibri"/>
                <a:sym typeface="Calibri"/>
              </a:rPr>
              <a:t>📷  Add a photo or drawing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0916C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40916C"/>
                </a:solidFill>
                <a:latin typeface="Calibri"/>
                <a:ea typeface="Calibri"/>
                <a:cs typeface="Calibri"/>
                <a:sym typeface="Calibri"/>
              </a:rPr>
              <a:t>of your animal here!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0916C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40916C"/>
                </a:solidFill>
                <a:latin typeface="Calibri"/>
                <a:ea typeface="Calibri"/>
                <a:cs typeface="Calibri"/>
                <a:sym typeface="Calibri"/>
              </a:rPr>
              <a:t>(Insert &gt; Image)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5440680" y="3931920"/>
            <a:ext cx="3383280" cy="256032"/>
          </a:xfrm>
          <a:prstGeom prst="rect">
            <a:avLst/>
          </a:prstGeom>
          <a:solidFill>
            <a:srgbClr val="74C69D"/>
          </a:solidFill>
          <a:ln cap="flat" cmpd="sng" w="12700">
            <a:solidFill>
              <a:srgbClr val="74C6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5468112" y="3931920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Image caption / credit: _______________________________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D8F3DC"/>
          </a:solidFill>
          <a:ln cap="flat" cmpd="sng" w="12700">
            <a:solidFill>
              <a:srgbClr val="D8F3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💡 TIP: Use a search engine like National Geographic Kids, iNaturalist, or Wikipedia to research your animal!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6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D6A4F"/>
          </a:solidFill>
          <a:ln cap="flat" cmpd="sng" w="12700">
            <a:solidFill>
              <a:srgbClr val="2D6A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6"/>
          <p:cNvSpPr/>
          <p:nvPr/>
        </p:nvSpPr>
        <p:spPr>
          <a:xfrm>
            <a:off x="320040" y="164592"/>
            <a:ext cx="2011680" cy="292608"/>
          </a:xfrm>
          <a:prstGeom prst="roundRect">
            <a:avLst>
              <a:gd fmla="val 15625" name="adj"/>
            </a:avLst>
          </a:prstGeom>
          <a:solidFill>
            <a:srgbClr val="1B4332"/>
          </a:solidFill>
          <a:ln cap="flat" cmpd="sng" w="12700">
            <a:solidFill>
              <a:srgbClr val="1B43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6"/>
          <p:cNvSpPr/>
          <p:nvPr/>
        </p:nvSpPr>
        <p:spPr>
          <a:xfrm>
            <a:off x="320040" y="164592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SLIDE 2 OF 6 — PART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320040" y="41148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Its Environment (Habitat)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274320" y="1051560"/>
            <a:ext cx="2834640" cy="1600200"/>
          </a:xfrm>
          <a:prstGeom prst="rect">
            <a:avLst/>
          </a:prstGeom>
          <a:solidFill>
            <a:srgbClr val="D8F3DC"/>
          </a:solidFill>
          <a:ln cap="flat" cmpd="sng" w="19050">
            <a:solidFill>
              <a:srgbClr val="74C69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"/>
          <p:cNvSpPr/>
          <p:nvPr/>
        </p:nvSpPr>
        <p:spPr>
          <a:xfrm>
            <a:off x="274320" y="1051560"/>
            <a:ext cx="2834640" cy="292608"/>
          </a:xfrm>
          <a:prstGeom prst="rect">
            <a:avLst/>
          </a:prstGeom>
          <a:solidFill>
            <a:srgbClr val="40916C"/>
          </a:solidFill>
          <a:ln cap="flat" cmpd="sng" w="1270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6"/>
          <p:cNvSpPr/>
          <p:nvPr/>
        </p:nvSpPr>
        <p:spPr>
          <a:xfrm>
            <a:off x="347472" y="1060704"/>
            <a:ext cx="2697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🌍  Biome / Ecosystem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347472" y="1417320"/>
            <a:ext cx="2697480" cy="1005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6"/>
          <p:cNvSpPr/>
          <p:nvPr/>
        </p:nvSpPr>
        <p:spPr>
          <a:xfrm>
            <a:off x="365760" y="1435608"/>
            <a:ext cx="265176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e.g., Alpine / Grassland / Ocean...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3200400" y="1051560"/>
            <a:ext cx="2834640" cy="1600200"/>
          </a:xfrm>
          <a:prstGeom prst="rect">
            <a:avLst/>
          </a:prstGeom>
          <a:solidFill>
            <a:srgbClr val="D8F3DC"/>
          </a:solidFill>
          <a:ln cap="flat" cmpd="sng" w="19050">
            <a:solidFill>
              <a:srgbClr val="74C69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"/>
          <p:cNvSpPr/>
          <p:nvPr/>
        </p:nvSpPr>
        <p:spPr>
          <a:xfrm>
            <a:off x="3200400" y="1051560"/>
            <a:ext cx="2834640" cy="292608"/>
          </a:xfrm>
          <a:prstGeom prst="rect">
            <a:avLst/>
          </a:prstGeom>
          <a:solidFill>
            <a:srgbClr val="40916C"/>
          </a:solidFill>
          <a:ln cap="flat" cmpd="sng" w="1270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"/>
          <p:cNvSpPr/>
          <p:nvPr/>
        </p:nvSpPr>
        <p:spPr>
          <a:xfrm>
            <a:off x="3273552" y="1060704"/>
            <a:ext cx="2697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🌡️  Climate &amp; Temperature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3273552" y="1417320"/>
            <a:ext cx="2697480" cy="1005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"/>
          <p:cNvSpPr/>
          <p:nvPr/>
        </p:nvSpPr>
        <p:spPr>
          <a:xfrm>
            <a:off x="3291840" y="1435608"/>
            <a:ext cx="265176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e.g., Cold, dry winters; short cool summers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6126480" y="1051560"/>
            <a:ext cx="2834640" cy="1600200"/>
          </a:xfrm>
          <a:prstGeom prst="rect">
            <a:avLst/>
          </a:prstGeom>
          <a:solidFill>
            <a:srgbClr val="D8F3DC"/>
          </a:solidFill>
          <a:ln cap="flat" cmpd="sng" w="19050">
            <a:solidFill>
              <a:srgbClr val="74C69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6126480" y="1051560"/>
            <a:ext cx="2834640" cy="292608"/>
          </a:xfrm>
          <a:prstGeom prst="rect">
            <a:avLst/>
          </a:prstGeom>
          <a:solidFill>
            <a:srgbClr val="40916C"/>
          </a:solidFill>
          <a:ln cap="flat" cmpd="sng" w="1270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"/>
          <p:cNvSpPr/>
          <p:nvPr/>
        </p:nvSpPr>
        <p:spPr>
          <a:xfrm>
            <a:off x="6199632" y="1060704"/>
            <a:ext cx="2697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📍  Location on Earth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6199632" y="1417320"/>
            <a:ext cx="2697480" cy="1005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"/>
          <p:cNvSpPr/>
          <p:nvPr/>
        </p:nvSpPr>
        <p:spPr>
          <a:xfrm>
            <a:off x="6217920" y="1435608"/>
            <a:ext cx="265176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e.g., Central Asia — China, Nepal, India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274320" y="2834640"/>
            <a:ext cx="2834640" cy="1600200"/>
          </a:xfrm>
          <a:prstGeom prst="rect">
            <a:avLst/>
          </a:prstGeom>
          <a:solidFill>
            <a:srgbClr val="D8F3DC"/>
          </a:solidFill>
          <a:ln cap="flat" cmpd="sng" w="19050">
            <a:solidFill>
              <a:srgbClr val="74C69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"/>
          <p:cNvSpPr/>
          <p:nvPr/>
        </p:nvSpPr>
        <p:spPr>
          <a:xfrm>
            <a:off x="274320" y="2834640"/>
            <a:ext cx="2834640" cy="292608"/>
          </a:xfrm>
          <a:prstGeom prst="rect">
            <a:avLst/>
          </a:prstGeom>
          <a:solidFill>
            <a:srgbClr val="40916C"/>
          </a:solidFill>
          <a:ln cap="flat" cmpd="sng" w="1270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347472" y="2843784"/>
            <a:ext cx="2697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🌿  Plants &amp; Other Animals Nearby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347472" y="3200400"/>
            <a:ext cx="2697480" cy="1005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"/>
          <p:cNvSpPr/>
          <p:nvPr/>
        </p:nvSpPr>
        <p:spPr>
          <a:xfrm>
            <a:off x="365760" y="3218688"/>
            <a:ext cx="265176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e.g., Juniper shrubs, wolves, mountain goats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3200400" y="2834640"/>
            <a:ext cx="2834640" cy="1600200"/>
          </a:xfrm>
          <a:prstGeom prst="rect">
            <a:avLst/>
          </a:prstGeom>
          <a:solidFill>
            <a:srgbClr val="D8F3DC"/>
          </a:solidFill>
          <a:ln cap="flat" cmpd="sng" w="19050">
            <a:solidFill>
              <a:srgbClr val="74C69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"/>
          <p:cNvSpPr/>
          <p:nvPr/>
        </p:nvSpPr>
        <p:spPr>
          <a:xfrm>
            <a:off x="3200400" y="2834640"/>
            <a:ext cx="2834640" cy="292608"/>
          </a:xfrm>
          <a:prstGeom prst="rect">
            <a:avLst/>
          </a:prstGeom>
          <a:solidFill>
            <a:srgbClr val="40916C"/>
          </a:solidFill>
          <a:ln cap="flat" cmpd="sng" w="1270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"/>
          <p:cNvSpPr/>
          <p:nvPr/>
        </p:nvSpPr>
        <p:spPr>
          <a:xfrm>
            <a:off x="3273552" y="2843784"/>
            <a:ext cx="2697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🍖  What It Eats / Its Food Source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3273552" y="3200400"/>
            <a:ext cx="2697480" cy="1005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"/>
          <p:cNvSpPr/>
          <p:nvPr/>
        </p:nvSpPr>
        <p:spPr>
          <a:xfrm>
            <a:off x="3291840" y="3218688"/>
            <a:ext cx="265176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e.g., Hunts blue sheep and Himalayan tahr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6126480" y="2834640"/>
            <a:ext cx="2834640" cy="1600200"/>
          </a:xfrm>
          <a:prstGeom prst="rect">
            <a:avLst/>
          </a:prstGeom>
          <a:solidFill>
            <a:srgbClr val="D8F3DC"/>
          </a:solidFill>
          <a:ln cap="flat" cmpd="sng" w="19050">
            <a:solidFill>
              <a:srgbClr val="74C69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"/>
          <p:cNvSpPr/>
          <p:nvPr/>
        </p:nvSpPr>
        <p:spPr>
          <a:xfrm>
            <a:off x="6126480" y="2834640"/>
            <a:ext cx="2834640" cy="292608"/>
          </a:xfrm>
          <a:prstGeom prst="rect">
            <a:avLst/>
          </a:prstGeom>
          <a:solidFill>
            <a:srgbClr val="40916C"/>
          </a:solidFill>
          <a:ln cap="flat" cmpd="sng" w="1270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"/>
          <p:cNvSpPr/>
          <p:nvPr/>
        </p:nvSpPr>
        <p:spPr>
          <a:xfrm>
            <a:off x="6199632" y="2843784"/>
            <a:ext cx="2697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⚠️  Dangers &amp; Predators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6199632" y="3200400"/>
            <a:ext cx="2697480" cy="1005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6217920" y="3218688"/>
            <a:ext cx="265176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e.g., Humans (poaching, habitat loss)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D8F3DC"/>
          </a:solidFill>
          <a:ln cap="flat" cmpd="sng" w="12700">
            <a:solidFill>
              <a:srgbClr val="D8F3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💡 TIP: What makes this biome unique? How does the weather, food, and danger shape animal life there?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64653"/>
          </a:solidFill>
          <a:ln cap="flat" cmpd="sng" w="12700">
            <a:solidFill>
              <a:srgbClr val="2646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320040" y="164592"/>
            <a:ext cx="2011680" cy="292608"/>
          </a:xfrm>
          <a:prstGeom prst="roundRect">
            <a:avLst>
              <a:gd fmla="val 15625" name="adj"/>
            </a:avLst>
          </a:prstGeom>
          <a:solidFill>
            <a:srgbClr val="40916C"/>
          </a:solidFill>
          <a:ln cap="flat" cmpd="sng" w="1270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320040" y="164592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SLIDE 3 OF 6 — PART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320040" y="41148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Its Adaptations (Right Now!)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274320" y="1024128"/>
            <a:ext cx="2743200" cy="3657600"/>
          </a:xfrm>
          <a:prstGeom prst="rect">
            <a:avLst/>
          </a:prstGeom>
          <a:solidFill>
            <a:srgbClr val="1B4332"/>
          </a:solidFill>
          <a:ln cap="flat" cmpd="sng" w="12700">
            <a:solidFill>
              <a:srgbClr val="1B43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"/>
          <p:cNvSpPr/>
          <p:nvPr/>
        </p:nvSpPr>
        <p:spPr>
          <a:xfrm>
            <a:off x="347472" y="1097280"/>
            <a:ext cx="2606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C46A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E9C46A"/>
                </a:solidFill>
                <a:latin typeface="Georgia"/>
                <a:ea typeface="Georgia"/>
                <a:cs typeface="Georgia"/>
                <a:sym typeface="Georgia"/>
              </a:rPr>
              <a:t>What is an adaptation?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347472" y="1572768"/>
            <a:ext cx="2606040" cy="297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8F3D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An adaptation is a trait (body part, behavior, or ability) that helps an animal survive in its environment. Adaptations develop over thousands of generations through natural selection.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8F3D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Types of adaptations: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8F3D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🦴 Structural — body parts (thick fur, sharp claws, long beak)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8F3D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⚡ Behavioral — what it does (migrates, plays dead, hunts at night)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8F3D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⚗️ Physiological — body chemistry (stores fat, produces venom, resists cold)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3200400" y="1024128"/>
            <a:ext cx="1463040" cy="347472"/>
          </a:xfrm>
          <a:prstGeom prst="rect">
            <a:avLst/>
          </a:prstGeom>
          <a:solidFill>
            <a:srgbClr val="40916C"/>
          </a:solidFill>
          <a:ln cap="flat" cmpd="sng" w="1270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3236976" y="1024128"/>
            <a:ext cx="13898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Adaptation Name &amp; Type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4709160" y="1024128"/>
            <a:ext cx="1737360" cy="347472"/>
          </a:xfrm>
          <a:prstGeom prst="rect">
            <a:avLst/>
          </a:prstGeom>
          <a:solidFill>
            <a:srgbClr val="40916C"/>
          </a:solidFill>
          <a:ln cap="flat" cmpd="sng" w="1270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"/>
          <p:cNvSpPr/>
          <p:nvPr/>
        </p:nvSpPr>
        <p:spPr>
          <a:xfrm>
            <a:off x="4745736" y="1024128"/>
            <a:ext cx="16642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does it look like / do?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6492240" y="1024128"/>
            <a:ext cx="2468880" cy="347472"/>
          </a:xfrm>
          <a:prstGeom prst="rect">
            <a:avLst/>
          </a:prstGeom>
          <a:solidFill>
            <a:srgbClr val="40916C"/>
          </a:solidFill>
          <a:ln cap="flat" cmpd="sng" w="1270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6528816" y="1024128"/>
            <a:ext cx="23957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How does it help the animal survive?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3200400" y="1371600"/>
            <a:ext cx="1463040" cy="621792"/>
          </a:xfrm>
          <a:prstGeom prst="rect">
            <a:avLst/>
          </a:prstGeom>
          <a:solidFill>
            <a:srgbClr val="D8F3DC"/>
          </a:solidFill>
          <a:ln cap="flat" cmpd="sng" w="1015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"/>
          <p:cNvSpPr/>
          <p:nvPr/>
        </p:nvSpPr>
        <p:spPr>
          <a:xfrm>
            <a:off x="4709160" y="1371600"/>
            <a:ext cx="1737360" cy="621792"/>
          </a:xfrm>
          <a:prstGeom prst="rect">
            <a:avLst/>
          </a:prstGeom>
          <a:solidFill>
            <a:srgbClr val="D8F3DC"/>
          </a:solidFill>
          <a:ln cap="flat" cmpd="sng" w="1015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"/>
          <p:cNvSpPr/>
          <p:nvPr/>
        </p:nvSpPr>
        <p:spPr>
          <a:xfrm>
            <a:off x="6492240" y="1371600"/>
            <a:ext cx="2468880" cy="621792"/>
          </a:xfrm>
          <a:prstGeom prst="rect">
            <a:avLst/>
          </a:prstGeom>
          <a:solidFill>
            <a:srgbClr val="D8F3DC"/>
          </a:solidFill>
          <a:ln cap="flat" cmpd="sng" w="1015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3273552" y="1408176"/>
            <a:ext cx="228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3456432" y="1408176"/>
            <a:ext cx="1143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e.g., Thick, spotted fur (structural)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4764024" y="1408176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Write here...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6547104" y="1408176"/>
            <a:ext cx="2377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Write here...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3200400" y="2029968"/>
            <a:ext cx="1463040" cy="62179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"/>
          <p:cNvSpPr/>
          <p:nvPr/>
        </p:nvSpPr>
        <p:spPr>
          <a:xfrm>
            <a:off x="4709160" y="2029968"/>
            <a:ext cx="1737360" cy="62179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"/>
          <p:cNvSpPr/>
          <p:nvPr/>
        </p:nvSpPr>
        <p:spPr>
          <a:xfrm>
            <a:off x="6492240" y="2029968"/>
            <a:ext cx="2468880" cy="62179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"/>
          <p:cNvSpPr/>
          <p:nvPr/>
        </p:nvSpPr>
        <p:spPr>
          <a:xfrm>
            <a:off x="3273552" y="2066544"/>
            <a:ext cx="228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2.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3456432" y="2066544"/>
            <a:ext cx="1143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e.g., Thick, spotted fur (structural)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4764024" y="2066544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Write here...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6547104" y="2066544"/>
            <a:ext cx="2377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Write here...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3200400" y="2688336"/>
            <a:ext cx="1463040" cy="621792"/>
          </a:xfrm>
          <a:prstGeom prst="rect">
            <a:avLst/>
          </a:prstGeom>
          <a:solidFill>
            <a:srgbClr val="D8F3DC"/>
          </a:solidFill>
          <a:ln cap="flat" cmpd="sng" w="1015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7"/>
          <p:cNvSpPr/>
          <p:nvPr/>
        </p:nvSpPr>
        <p:spPr>
          <a:xfrm>
            <a:off x="4709160" y="2688336"/>
            <a:ext cx="1737360" cy="621792"/>
          </a:xfrm>
          <a:prstGeom prst="rect">
            <a:avLst/>
          </a:prstGeom>
          <a:solidFill>
            <a:srgbClr val="D8F3DC"/>
          </a:solidFill>
          <a:ln cap="flat" cmpd="sng" w="1015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"/>
          <p:cNvSpPr/>
          <p:nvPr/>
        </p:nvSpPr>
        <p:spPr>
          <a:xfrm>
            <a:off x="6492240" y="2688336"/>
            <a:ext cx="2468880" cy="621792"/>
          </a:xfrm>
          <a:prstGeom prst="rect">
            <a:avLst/>
          </a:prstGeom>
          <a:solidFill>
            <a:srgbClr val="D8F3DC"/>
          </a:solidFill>
          <a:ln cap="flat" cmpd="sng" w="1015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3273552" y="2724912"/>
            <a:ext cx="228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3.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3456432" y="2724912"/>
            <a:ext cx="1143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e.g., Thick, spotted fur (structural)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4764024" y="2724912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Write here...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6547104" y="2724912"/>
            <a:ext cx="2377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Write here...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3200400" y="3346704"/>
            <a:ext cx="1463040" cy="62179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"/>
          <p:cNvSpPr/>
          <p:nvPr/>
        </p:nvSpPr>
        <p:spPr>
          <a:xfrm>
            <a:off x="4709160" y="3346704"/>
            <a:ext cx="1737360" cy="62179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7"/>
          <p:cNvSpPr/>
          <p:nvPr/>
        </p:nvSpPr>
        <p:spPr>
          <a:xfrm>
            <a:off x="6492240" y="3346704"/>
            <a:ext cx="2468880" cy="62179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"/>
          <p:cNvSpPr/>
          <p:nvPr/>
        </p:nvSpPr>
        <p:spPr>
          <a:xfrm>
            <a:off x="3273552" y="3383280"/>
            <a:ext cx="228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4.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3456432" y="3383280"/>
            <a:ext cx="1143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e.g., Thick, spotted fur (structural)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4764024" y="3383280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Write here...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6547104" y="3383280"/>
            <a:ext cx="2377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Write here...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3200400" y="4005072"/>
            <a:ext cx="1463040" cy="621792"/>
          </a:xfrm>
          <a:prstGeom prst="rect">
            <a:avLst/>
          </a:prstGeom>
          <a:solidFill>
            <a:srgbClr val="D8F3DC"/>
          </a:solidFill>
          <a:ln cap="flat" cmpd="sng" w="1015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7"/>
          <p:cNvSpPr/>
          <p:nvPr/>
        </p:nvSpPr>
        <p:spPr>
          <a:xfrm>
            <a:off x="4709160" y="4005072"/>
            <a:ext cx="1737360" cy="621792"/>
          </a:xfrm>
          <a:prstGeom prst="rect">
            <a:avLst/>
          </a:prstGeom>
          <a:solidFill>
            <a:srgbClr val="D8F3DC"/>
          </a:solidFill>
          <a:ln cap="flat" cmpd="sng" w="1015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"/>
          <p:cNvSpPr/>
          <p:nvPr/>
        </p:nvSpPr>
        <p:spPr>
          <a:xfrm>
            <a:off x="6492240" y="4005072"/>
            <a:ext cx="2468880" cy="621792"/>
          </a:xfrm>
          <a:prstGeom prst="rect">
            <a:avLst/>
          </a:prstGeom>
          <a:solidFill>
            <a:srgbClr val="D8F3DC"/>
          </a:solidFill>
          <a:ln cap="flat" cmpd="sng" w="1015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7"/>
          <p:cNvSpPr/>
          <p:nvPr/>
        </p:nvSpPr>
        <p:spPr>
          <a:xfrm>
            <a:off x="3273552" y="4041648"/>
            <a:ext cx="228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5.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3456432" y="4041648"/>
            <a:ext cx="1143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e.g., Thick, spotted fur (structural)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4764024" y="4041648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Write here...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6547104" y="4041648"/>
            <a:ext cx="2377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Write here...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D8F3DC"/>
          </a:solidFill>
          <a:ln cap="flat" cmpd="sng" w="12700">
            <a:solidFill>
              <a:srgbClr val="D8F3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7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💡 TIP: Try to include at least one structural, one behavioral, and one physiological adaptation!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E76F51"/>
          </a:solidFill>
          <a:ln cap="flat" cmpd="sng" w="12700">
            <a:solidFill>
              <a:srgbClr val="E76F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8"/>
          <p:cNvSpPr/>
          <p:nvPr/>
        </p:nvSpPr>
        <p:spPr>
          <a:xfrm>
            <a:off x="320040" y="164592"/>
            <a:ext cx="2011680" cy="292608"/>
          </a:xfrm>
          <a:prstGeom prst="roundRect">
            <a:avLst>
              <a:gd fmla="val 15625" name="adj"/>
            </a:avLst>
          </a:prstGeom>
          <a:solidFill>
            <a:srgbClr val="C25B3A"/>
          </a:solidFill>
          <a:ln cap="flat" cmpd="sng" w="12700">
            <a:solidFill>
              <a:srgbClr val="C25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8"/>
          <p:cNvSpPr/>
          <p:nvPr/>
        </p:nvSpPr>
        <p:spPr>
          <a:xfrm>
            <a:off x="320040" y="164592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SLIDE 4 OF 6 — PART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320040" y="41148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 New (or Changing) Environment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274320" y="1024128"/>
            <a:ext cx="4023360" cy="3703320"/>
          </a:xfrm>
          <a:prstGeom prst="rect">
            <a:avLst/>
          </a:prstGeom>
          <a:solidFill>
            <a:srgbClr val="FFF8F0"/>
          </a:solidFill>
          <a:ln cap="flat" cmpd="sng" w="1905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8"/>
          <p:cNvSpPr/>
          <p:nvPr/>
        </p:nvSpPr>
        <p:spPr>
          <a:xfrm>
            <a:off x="274320" y="1024128"/>
            <a:ext cx="4023360" cy="384048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8"/>
          <p:cNvSpPr/>
          <p:nvPr/>
        </p:nvSpPr>
        <p:spPr>
          <a:xfrm>
            <a:off x="347472" y="1024128"/>
            <a:ext cx="3886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OPTION A — Totally Different Biome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365760" y="1508760"/>
            <a:ext cx="3794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What new biome did you choose?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365760" y="1755648"/>
            <a:ext cx="3794760" cy="411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C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8"/>
          <p:cNvSpPr/>
          <p:nvPr/>
        </p:nvSpPr>
        <p:spPr>
          <a:xfrm>
            <a:off x="411480" y="1755648"/>
            <a:ext cx="3703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e.g., Deep ocean, Desert, Tropical rainforest...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365760" y="2286000"/>
            <a:ext cx="3794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How is the climate different?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365760" y="2532888"/>
            <a:ext cx="3794760" cy="411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C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8"/>
          <p:cNvSpPr/>
          <p:nvPr/>
        </p:nvSpPr>
        <p:spPr>
          <a:xfrm>
            <a:off x="411480" y="2532888"/>
            <a:ext cx="3703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e.g., Hot and wet instead of cold and dry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365760" y="3063240"/>
            <a:ext cx="3794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What new dangers / predators are there?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365760" y="3310128"/>
            <a:ext cx="3794760" cy="411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C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8"/>
          <p:cNvSpPr/>
          <p:nvPr/>
        </p:nvSpPr>
        <p:spPr>
          <a:xfrm>
            <a:off x="411480" y="3310128"/>
            <a:ext cx="3703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e.g., Dehydration, heat, new predators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365760" y="3840480"/>
            <a:ext cx="3794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What new food sources exist?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365760" y="4087368"/>
            <a:ext cx="3794760" cy="411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C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8"/>
          <p:cNvSpPr/>
          <p:nvPr/>
        </p:nvSpPr>
        <p:spPr>
          <a:xfrm>
            <a:off x="411480" y="4087368"/>
            <a:ext cx="3703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e.g., Insects, fruit, fish...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4846320" y="1024128"/>
            <a:ext cx="4023360" cy="3703320"/>
          </a:xfrm>
          <a:prstGeom prst="rect">
            <a:avLst/>
          </a:prstGeom>
          <a:solidFill>
            <a:srgbClr val="F0F8FF"/>
          </a:solidFill>
          <a:ln cap="flat" cmpd="sng" w="1905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8"/>
          <p:cNvSpPr/>
          <p:nvPr/>
        </p:nvSpPr>
        <p:spPr>
          <a:xfrm>
            <a:off x="4846320" y="1024128"/>
            <a:ext cx="4023360" cy="384048"/>
          </a:xfrm>
          <a:prstGeom prst="rect">
            <a:avLst/>
          </a:prstGeom>
          <a:solidFill>
            <a:srgbClr val="2D6A4F"/>
          </a:solidFill>
          <a:ln cap="flat" cmpd="sng" w="12700">
            <a:solidFill>
              <a:srgbClr val="2D6A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8"/>
          <p:cNvSpPr/>
          <p:nvPr/>
        </p:nvSpPr>
        <p:spPr>
          <a:xfrm>
            <a:off x="4919472" y="1024128"/>
            <a:ext cx="3886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OPTION B — Biome Changed by Humans 🏭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4937760" y="1508760"/>
            <a:ext cx="3794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What human activity is changing the biome?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4937760" y="1755648"/>
            <a:ext cx="3794760" cy="411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80B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8"/>
          <p:cNvSpPr/>
          <p:nvPr/>
        </p:nvSpPr>
        <p:spPr>
          <a:xfrm>
            <a:off x="4983480" y="1755648"/>
            <a:ext cx="3703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e.g., Deforestation, pollution, climate change, urbanization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4937760" y="2286000"/>
            <a:ext cx="3794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How has the climate / temperature changed?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4937760" y="2532888"/>
            <a:ext cx="3794760" cy="411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80B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8"/>
          <p:cNvSpPr/>
          <p:nvPr/>
        </p:nvSpPr>
        <p:spPr>
          <a:xfrm>
            <a:off x="4983480" y="2532888"/>
            <a:ext cx="3703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e.g., Warmer winters, less snow, more wildfires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4937760" y="3063240"/>
            <a:ext cx="3794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What resources have been lost or changed?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4937760" y="3310128"/>
            <a:ext cx="3794760" cy="411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80B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8"/>
          <p:cNvSpPr/>
          <p:nvPr/>
        </p:nvSpPr>
        <p:spPr>
          <a:xfrm>
            <a:off x="4983480" y="3310128"/>
            <a:ext cx="3703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e.g., Prey is disappearing, forests cut down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4937760" y="3840480"/>
            <a:ext cx="3794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What new dangers are there?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4937760" y="4087368"/>
            <a:ext cx="3794760" cy="411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80B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8"/>
          <p:cNvSpPr/>
          <p:nvPr/>
        </p:nvSpPr>
        <p:spPr>
          <a:xfrm>
            <a:off x="4983480" y="4087368"/>
            <a:ext cx="3703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e.g., Roads, light pollution, toxins in water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4297680" y="2468880"/>
            <a:ext cx="548640" cy="548640"/>
          </a:xfrm>
          <a:prstGeom prst="ellipse">
            <a:avLst/>
          </a:prstGeom>
          <a:solidFill>
            <a:srgbClr val="264653"/>
          </a:solidFill>
          <a:ln cap="flat" cmpd="sng" w="12700">
            <a:solidFill>
              <a:srgbClr val="2646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8"/>
          <p:cNvSpPr/>
          <p:nvPr/>
        </p:nvSpPr>
        <p:spPr>
          <a:xfrm>
            <a:off x="4297680" y="24688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FFF3CD"/>
          </a:solidFill>
          <a:ln cap="flat" cmpd="sng" w="12700">
            <a:solidFill>
              <a:srgbClr val="FFF3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8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🌍  Circle which option you chose: Option A  |  Option B    Then fill in the matching box!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9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9"/>
          <p:cNvSpPr/>
          <p:nvPr/>
        </p:nvSpPr>
        <p:spPr>
          <a:xfrm>
            <a:off x="320040" y="164592"/>
            <a:ext cx="2011680" cy="292608"/>
          </a:xfrm>
          <a:prstGeom prst="roundRect">
            <a:avLst>
              <a:gd fmla="val 15625" name="adj"/>
            </a:avLst>
          </a:prstGeom>
          <a:solidFill>
            <a:srgbClr val="C25B3A"/>
          </a:solidFill>
          <a:ln cap="flat" cmpd="sng" w="12700">
            <a:solidFill>
              <a:srgbClr val="C25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9"/>
          <p:cNvSpPr/>
          <p:nvPr/>
        </p:nvSpPr>
        <p:spPr>
          <a:xfrm>
            <a:off x="320040" y="164592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SLIDE 5 OF 6 — PART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320040" y="393192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Georgia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Future Adaptations (Millions of Years Later...)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274320" y="1005840"/>
            <a:ext cx="8595360" cy="502920"/>
          </a:xfrm>
          <a:prstGeom prst="rect">
            <a:avLst/>
          </a:prstGeom>
          <a:solidFill>
            <a:srgbClr val="FFF8E1"/>
          </a:solidFill>
          <a:ln cap="flat" cmpd="sng" w="1905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9"/>
          <p:cNvSpPr/>
          <p:nvPr/>
        </p:nvSpPr>
        <p:spPr>
          <a:xfrm>
            <a:off x="365760" y="1024128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🔬  Use what you know about the NEW environment to predict how your animal might EVOLVE over millions of years. Think: what problems must it solve to survive?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274320" y="1600200"/>
            <a:ext cx="4251960" cy="914400"/>
          </a:xfrm>
          <a:prstGeom prst="rect">
            <a:avLst/>
          </a:prstGeom>
          <a:solidFill>
            <a:srgbClr val="FEFAE0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9"/>
          <p:cNvSpPr/>
          <p:nvPr/>
        </p:nvSpPr>
        <p:spPr>
          <a:xfrm>
            <a:off x="347472" y="1673352"/>
            <a:ext cx="365760" cy="365760"/>
          </a:xfrm>
          <a:prstGeom prst="ellipse">
            <a:avLst/>
          </a:prstGeom>
          <a:solidFill>
            <a:srgbClr val="E76F51"/>
          </a:solidFill>
          <a:ln cap="flat" cmpd="sng" w="12700">
            <a:solidFill>
              <a:srgbClr val="E76F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9"/>
          <p:cNvSpPr/>
          <p:nvPr/>
        </p:nvSpPr>
        <p:spPr>
          <a:xfrm>
            <a:off x="347472" y="167335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777240" y="1645920"/>
            <a:ext cx="148818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Adaptation Name &amp; Type: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777240" y="1856232"/>
            <a:ext cx="3657600" cy="2011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9"/>
          <p:cNvSpPr/>
          <p:nvPr/>
        </p:nvSpPr>
        <p:spPr>
          <a:xfrm>
            <a:off x="804672" y="1856232"/>
            <a:ext cx="35935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Write adaptation name here...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777240" y="2084832"/>
            <a:ext cx="191338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Why? (What problem does it solve?):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777240" y="2258568"/>
            <a:ext cx="3657600" cy="2011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9"/>
          <p:cNvSpPr/>
          <p:nvPr/>
        </p:nvSpPr>
        <p:spPr>
          <a:xfrm>
            <a:off x="804672" y="2258568"/>
            <a:ext cx="35935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Explain how it helps the animal survive in the new environment...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4754880" y="1600200"/>
            <a:ext cx="4251960" cy="914400"/>
          </a:xfrm>
          <a:prstGeom prst="rect">
            <a:avLst/>
          </a:prstGeom>
          <a:solidFill>
            <a:srgbClr val="FEFAE0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9"/>
          <p:cNvSpPr/>
          <p:nvPr/>
        </p:nvSpPr>
        <p:spPr>
          <a:xfrm>
            <a:off x="4828032" y="1673352"/>
            <a:ext cx="365760" cy="365760"/>
          </a:xfrm>
          <a:prstGeom prst="ellipse">
            <a:avLst/>
          </a:prstGeom>
          <a:solidFill>
            <a:srgbClr val="E76F51"/>
          </a:solidFill>
          <a:ln cap="flat" cmpd="sng" w="12700">
            <a:solidFill>
              <a:srgbClr val="E76F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9"/>
          <p:cNvSpPr/>
          <p:nvPr/>
        </p:nvSpPr>
        <p:spPr>
          <a:xfrm>
            <a:off x="4828032" y="167335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5257800" y="1645920"/>
            <a:ext cx="148818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Adaptation Name &amp; Type: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5257800" y="1856232"/>
            <a:ext cx="3657600" cy="2011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9"/>
          <p:cNvSpPr/>
          <p:nvPr/>
        </p:nvSpPr>
        <p:spPr>
          <a:xfrm>
            <a:off x="5285232" y="1856232"/>
            <a:ext cx="35935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Write adaptation name here...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5257800" y="2084832"/>
            <a:ext cx="191338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Why? (What problem does it solve?):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5257800" y="2258568"/>
            <a:ext cx="3657600" cy="2011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9"/>
          <p:cNvSpPr/>
          <p:nvPr/>
        </p:nvSpPr>
        <p:spPr>
          <a:xfrm>
            <a:off x="5285232" y="2258568"/>
            <a:ext cx="35935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Explain how it helps the animal survive in the new environment...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9"/>
          <p:cNvSpPr/>
          <p:nvPr/>
        </p:nvSpPr>
        <p:spPr>
          <a:xfrm>
            <a:off x="274320" y="2651760"/>
            <a:ext cx="4251960" cy="914400"/>
          </a:xfrm>
          <a:prstGeom prst="rect">
            <a:avLst/>
          </a:prstGeom>
          <a:solidFill>
            <a:srgbClr val="FEFAE0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9"/>
          <p:cNvSpPr/>
          <p:nvPr/>
        </p:nvSpPr>
        <p:spPr>
          <a:xfrm>
            <a:off x="347472" y="2724912"/>
            <a:ext cx="365760" cy="365760"/>
          </a:xfrm>
          <a:prstGeom prst="ellipse">
            <a:avLst/>
          </a:prstGeom>
          <a:solidFill>
            <a:srgbClr val="E76F51"/>
          </a:solidFill>
          <a:ln cap="flat" cmpd="sng" w="12700">
            <a:solidFill>
              <a:srgbClr val="E76F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9"/>
          <p:cNvSpPr/>
          <p:nvPr/>
        </p:nvSpPr>
        <p:spPr>
          <a:xfrm>
            <a:off x="347472" y="272491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777240" y="2697480"/>
            <a:ext cx="148818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Adaptation Name &amp; Type: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777240" y="2907792"/>
            <a:ext cx="3657600" cy="2011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9"/>
          <p:cNvSpPr/>
          <p:nvPr/>
        </p:nvSpPr>
        <p:spPr>
          <a:xfrm>
            <a:off x="804672" y="2907792"/>
            <a:ext cx="35935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Write adaptation name here...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777240" y="3136392"/>
            <a:ext cx="191338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Why? (What problem does it solve?):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9"/>
          <p:cNvSpPr/>
          <p:nvPr/>
        </p:nvSpPr>
        <p:spPr>
          <a:xfrm>
            <a:off x="777240" y="3310128"/>
            <a:ext cx="3657600" cy="2011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9"/>
          <p:cNvSpPr/>
          <p:nvPr/>
        </p:nvSpPr>
        <p:spPr>
          <a:xfrm>
            <a:off x="804672" y="3310128"/>
            <a:ext cx="35935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Explain how it helps the animal survive in the new environment...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9"/>
          <p:cNvSpPr/>
          <p:nvPr/>
        </p:nvSpPr>
        <p:spPr>
          <a:xfrm>
            <a:off x="4754880" y="2651760"/>
            <a:ext cx="4251960" cy="914400"/>
          </a:xfrm>
          <a:prstGeom prst="rect">
            <a:avLst/>
          </a:prstGeom>
          <a:solidFill>
            <a:srgbClr val="FEFAE0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9"/>
          <p:cNvSpPr/>
          <p:nvPr/>
        </p:nvSpPr>
        <p:spPr>
          <a:xfrm>
            <a:off x="4828032" y="2724912"/>
            <a:ext cx="365760" cy="365760"/>
          </a:xfrm>
          <a:prstGeom prst="ellipse">
            <a:avLst/>
          </a:prstGeom>
          <a:solidFill>
            <a:srgbClr val="E76F51"/>
          </a:solidFill>
          <a:ln cap="flat" cmpd="sng" w="12700">
            <a:solidFill>
              <a:srgbClr val="E76F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9"/>
          <p:cNvSpPr/>
          <p:nvPr/>
        </p:nvSpPr>
        <p:spPr>
          <a:xfrm>
            <a:off x="4828032" y="272491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9"/>
          <p:cNvSpPr/>
          <p:nvPr/>
        </p:nvSpPr>
        <p:spPr>
          <a:xfrm>
            <a:off x="5257800" y="2697480"/>
            <a:ext cx="148818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Adaptation Name &amp; Type: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9"/>
          <p:cNvSpPr/>
          <p:nvPr/>
        </p:nvSpPr>
        <p:spPr>
          <a:xfrm>
            <a:off x="5257800" y="2907792"/>
            <a:ext cx="3657600" cy="2011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9"/>
          <p:cNvSpPr/>
          <p:nvPr/>
        </p:nvSpPr>
        <p:spPr>
          <a:xfrm>
            <a:off x="5285232" y="2907792"/>
            <a:ext cx="35935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Write adaptation name here...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9"/>
          <p:cNvSpPr/>
          <p:nvPr/>
        </p:nvSpPr>
        <p:spPr>
          <a:xfrm>
            <a:off x="5257800" y="3136392"/>
            <a:ext cx="191338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Why? (What problem does it solve?):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9"/>
          <p:cNvSpPr/>
          <p:nvPr/>
        </p:nvSpPr>
        <p:spPr>
          <a:xfrm>
            <a:off x="5257800" y="3310128"/>
            <a:ext cx="3657600" cy="2011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9"/>
          <p:cNvSpPr/>
          <p:nvPr/>
        </p:nvSpPr>
        <p:spPr>
          <a:xfrm>
            <a:off x="5285232" y="3310128"/>
            <a:ext cx="35935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Explain how it helps the animal survive in the new environment...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9"/>
          <p:cNvSpPr/>
          <p:nvPr/>
        </p:nvSpPr>
        <p:spPr>
          <a:xfrm>
            <a:off x="274320" y="3703320"/>
            <a:ext cx="8595360" cy="914400"/>
          </a:xfrm>
          <a:prstGeom prst="rect">
            <a:avLst/>
          </a:prstGeom>
          <a:solidFill>
            <a:srgbClr val="FEFAE0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9"/>
          <p:cNvSpPr/>
          <p:nvPr/>
        </p:nvSpPr>
        <p:spPr>
          <a:xfrm>
            <a:off x="347472" y="3776472"/>
            <a:ext cx="365760" cy="365760"/>
          </a:xfrm>
          <a:prstGeom prst="ellipse">
            <a:avLst/>
          </a:prstGeom>
          <a:solidFill>
            <a:srgbClr val="E76F51"/>
          </a:solidFill>
          <a:ln cap="flat" cmpd="sng" w="12700">
            <a:solidFill>
              <a:srgbClr val="E76F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9"/>
          <p:cNvSpPr/>
          <p:nvPr/>
        </p:nvSpPr>
        <p:spPr>
          <a:xfrm>
            <a:off x="347472" y="377647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9"/>
          <p:cNvSpPr/>
          <p:nvPr/>
        </p:nvSpPr>
        <p:spPr>
          <a:xfrm>
            <a:off x="777240" y="3749040"/>
            <a:ext cx="300837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Adaptation Name &amp; Type: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9"/>
          <p:cNvSpPr/>
          <p:nvPr/>
        </p:nvSpPr>
        <p:spPr>
          <a:xfrm>
            <a:off x="777240" y="3959352"/>
            <a:ext cx="8001000" cy="2011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9"/>
          <p:cNvSpPr/>
          <p:nvPr/>
        </p:nvSpPr>
        <p:spPr>
          <a:xfrm>
            <a:off x="804672" y="3959352"/>
            <a:ext cx="79369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Write adaptation name here...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9"/>
          <p:cNvSpPr/>
          <p:nvPr/>
        </p:nvSpPr>
        <p:spPr>
          <a:xfrm>
            <a:off x="777240" y="4187952"/>
            <a:ext cx="386791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Why? (What problem does it solve?):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9"/>
          <p:cNvSpPr/>
          <p:nvPr/>
        </p:nvSpPr>
        <p:spPr>
          <a:xfrm>
            <a:off x="777240" y="4361688"/>
            <a:ext cx="8001000" cy="2011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9"/>
          <p:cNvSpPr/>
          <p:nvPr/>
        </p:nvSpPr>
        <p:spPr>
          <a:xfrm>
            <a:off x="804672" y="4361688"/>
            <a:ext cx="79369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Explain how it helps the animal survive in the new environment...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FFF3CD"/>
          </a:solidFill>
          <a:ln cap="flat" cmpd="sng" w="12700">
            <a:solidFill>
              <a:srgbClr val="FFF3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9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💡 TIP: Think about camouflage, movement, diet, water storage, temperature control, and protection from predators!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4332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1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2D6A4F"/>
          </a:solidFill>
          <a:ln cap="flat" cmpd="sng" w="12700">
            <a:solidFill>
              <a:srgbClr val="2D6A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40916C"/>
          </a:solidFill>
          <a:ln cap="flat" cmpd="sng" w="1270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1"/>
          <p:cNvSpPr/>
          <p:nvPr/>
        </p:nvSpPr>
        <p:spPr>
          <a:xfrm>
            <a:off x="320040" y="164592"/>
            <a:ext cx="2011680" cy="292608"/>
          </a:xfrm>
          <a:prstGeom prst="roundRect">
            <a:avLst>
              <a:gd fmla="val 15625" name="adj"/>
            </a:avLst>
          </a:prstGeom>
          <a:solidFill>
            <a:srgbClr val="1B4332"/>
          </a:solidFill>
          <a:ln cap="flat" cmpd="sng" w="12700">
            <a:solidFill>
              <a:srgbClr val="1B43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1"/>
          <p:cNvSpPr/>
          <p:nvPr/>
        </p:nvSpPr>
        <p:spPr>
          <a:xfrm>
            <a:off x="320040" y="164592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SLIDE 6 OF 6 — CONCLUSION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1"/>
          <p:cNvSpPr/>
          <p:nvPr/>
        </p:nvSpPr>
        <p:spPr>
          <a:xfrm>
            <a:off x="320040" y="393192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What Did You Learn? 🌱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1"/>
          <p:cNvSpPr/>
          <p:nvPr/>
        </p:nvSpPr>
        <p:spPr>
          <a:xfrm>
            <a:off x="274320" y="1024128"/>
            <a:ext cx="5669280" cy="914400"/>
          </a:xfrm>
          <a:prstGeom prst="rect">
            <a:avLst/>
          </a:prstGeom>
          <a:solidFill>
            <a:srgbClr val="FFFFFF">
              <a:alpha val="85098"/>
            </a:srgbClr>
          </a:solidFill>
          <a:ln cap="flat" cmpd="sng" w="12700">
            <a:solidFill>
              <a:srgbClr val="74C6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1"/>
          <p:cNvSpPr/>
          <p:nvPr/>
        </p:nvSpPr>
        <p:spPr>
          <a:xfrm>
            <a:off x="365760" y="1042416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C46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E9C46A"/>
                </a:solidFill>
                <a:latin typeface="Calibri"/>
                <a:ea typeface="Calibri"/>
                <a:cs typeface="Calibri"/>
                <a:sym typeface="Calibri"/>
              </a:rPr>
              <a:t>In 2–3 sentences, summarize your project: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1"/>
          <p:cNvSpPr/>
          <p:nvPr/>
        </p:nvSpPr>
        <p:spPr>
          <a:xfrm>
            <a:off x="365760" y="1261872"/>
            <a:ext cx="53949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8F3DC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Write your summary here. Example: My animal is the snow leopard, which lives in the cold mountains of Asia. It has adaptations like thick fur and big paws that help it survive. If it moved to a tropical rainforest...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1"/>
          <p:cNvSpPr/>
          <p:nvPr/>
        </p:nvSpPr>
        <p:spPr>
          <a:xfrm>
            <a:off x="274320" y="2048256"/>
            <a:ext cx="292608" cy="292608"/>
          </a:xfrm>
          <a:prstGeom prst="ellipse">
            <a:avLst/>
          </a:prstGeom>
          <a:solidFill>
            <a:srgbClr val="E76F51"/>
          </a:solidFill>
          <a:ln cap="flat" cmpd="sng" w="12700">
            <a:solidFill>
              <a:srgbClr val="E76F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1"/>
          <p:cNvSpPr/>
          <p:nvPr/>
        </p:nvSpPr>
        <p:spPr>
          <a:xfrm>
            <a:off x="274320" y="2048256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1"/>
          <p:cNvSpPr/>
          <p:nvPr/>
        </p:nvSpPr>
        <p:spPr>
          <a:xfrm>
            <a:off x="640080" y="2029968"/>
            <a:ext cx="52120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C46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9C46A"/>
                </a:solidFill>
                <a:latin typeface="Calibri"/>
                <a:ea typeface="Calibri"/>
                <a:cs typeface="Calibri"/>
                <a:sym typeface="Calibri"/>
              </a:rPr>
              <a:t>Which adaptation you researched surprised you the most, and why?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1"/>
          <p:cNvSpPr/>
          <p:nvPr/>
        </p:nvSpPr>
        <p:spPr>
          <a:xfrm>
            <a:off x="640080" y="2304288"/>
            <a:ext cx="5212080" cy="274320"/>
          </a:xfrm>
          <a:prstGeom prst="rect">
            <a:avLst/>
          </a:prstGeom>
          <a:solidFill>
            <a:srgbClr val="FFFFFF">
              <a:alpha val="14901"/>
            </a:srgbClr>
          </a:solidFill>
          <a:ln cap="flat" cmpd="sng" w="10150">
            <a:solidFill>
              <a:srgbClr val="74C6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1"/>
          <p:cNvSpPr/>
          <p:nvPr/>
        </p:nvSpPr>
        <p:spPr>
          <a:xfrm>
            <a:off x="685800" y="2304288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F3DC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Your answer...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1"/>
          <p:cNvSpPr/>
          <p:nvPr/>
        </p:nvSpPr>
        <p:spPr>
          <a:xfrm>
            <a:off x="274320" y="2706624"/>
            <a:ext cx="292608" cy="292608"/>
          </a:xfrm>
          <a:prstGeom prst="ellipse">
            <a:avLst/>
          </a:prstGeom>
          <a:solidFill>
            <a:srgbClr val="E76F51"/>
          </a:solidFill>
          <a:ln cap="flat" cmpd="sng" w="12700">
            <a:solidFill>
              <a:srgbClr val="E76F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1"/>
          <p:cNvSpPr/>
          <p:nvPr/>
        </p:nvSpPr>
        <p:spPr>
          <a:xfrm>
            <a:off x="274320" y="2706624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1"/>
          <p:cNvSpPr/>
          <p:nvPr/>
        </p:nvSpPr>
        <p:spPr>
          <a:xfrm>
            <a:off x="640080" y="2688336"/>
            <a:ext cx="52120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C46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9C46A"/>
                </a:solidFill>
                <a:latin typeface="Calibri"/>
                <a:ea typeface="Calibri"/>
                <a:cs typeface="Calibri"/>
                <a:sym typeface="Calibri"/>
              </a:rPr>
              <a:t>Do you think your animal could REALLY survive in its new environment, even with new adaptations? Why or why not?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1"/>
          <p:cNvSpPr/>
          <p:nvPr/>
        </p:nvSpPr>
        <p:spPr>
          <a:xfrm>
            <a:off x="640080" y="2962656"/>
            <a:ext cx="5212080" cy="274320"/>
          </a:xfrm>
          <a:prstGeom prst="rect">
            <a:avLst/>
          </a:prstGeom>
          <a:solidFill>
            <a:srgbClr val="FFFFFF">
              <a:alpha val="14901"/>
            </a:srgbClr>
          </a:solidFill>
          <a:ln cap="flat" cmpd="sng" w="10150">
            <a:solidFill>
              <a:srgbClr val="74C6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1"/>
          <p:cNvSpPr/>
          <p:nvPr/>
        </p:nvSpPr>
        <p:spPr>
          <a:xfrm>
            <a:off x="685800" y="2962656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F3DC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Your answer...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1"/>
          <p:cNvSpPr/>
          <p:nvPr/>
        </p:nvSpPr>
        <p:spPr>
          <a:xfrm>
            <a:off x="274320" y="3364992"/>
            <a:ext cx="292608" cy="292608"/>
          </a:xfrm>
          <a:prstGeom prst="ellipse">
            <a:avLst/>
          </a:prstGeom>
          <a:solidFill>
            <a:srgbClr val="E76F51"/>
          </a:solidFill>
          <a:ln cap="flat" cmpd="sng" w="12700">
            <a:solidFill>
              <a:srgbClr val="E76F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1"/>
          <p:cNvSpPr/>
          <p:nvPr/>
        </p:nvSpPr>
        <p:spPr>
          <a:xfrm>
            <a:off x="274320" y="3364992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1"/>
          <p:cNvSpPr/>
          <p:nvPr/>
        </p:nvSpPr>
        <p:spPr>
          <a:xfrm>
            <a:off x="640080" y="3346704"/>
            <a:ext cx="52120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C46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9C46A"/>
                </a:solidFill>
                <a:latin typeface="Calibri"/>
                <a:ea typeface="Calibri"/>
                <a:cs typeface="Calibri"/>
                <a:sym typeface="Calibri"/>
              </a:rPr>
              <a:t>How do human activities make it harder for animals to adapt? Give one example.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1"/>
          <p:cNvSpPr/>
          <p:nvPr/>
        </p:nvSpPr>
        <p:spPr>
          <a:xfrm>
            <a:off x="640080" y="3621024"/>
            <a:ext cx="5212080" cy="274320"/>
          </a:xfrm>
          <a:prstGeom prst="rect">
            <a:avLst/>
          </a:prstGeom>
          <a:solidFill>
            <a:srgbClr val="FFFFFF">
              <a:alpha val="14901"/>
            </a:srgbClr>
          </a:solidFill>
          <a:ln cap="flat" cmpd="sng" w="10150">
            <a:solidFill>
              <a:srgbClr val="74C6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1"/>
          <p:cNvSpPr/>
          <p:nvPr/>
        </p:nvSpPr>
        <p:spPr>
          <a:xfrm>
            <a:off x="685800" y="3621024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F3DC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Your answer...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1"/>
          <p:cNvSpPr/>
          <p:nvPr/>
        </p:nvSpPr>
        <p:spPr>
          <a:xfrm>
            <a:off x="274320" y="4023360"/>
            <a:ext cx="292608" cy="292608"/>
          </a:xfrm>
          <a:prstGeom prst="ellipse">
            <a:avLst/>
          </a:prstGeom>
          <a:solidFill>
            <a:srgbClr val="E76F51"/>
          </a:solidFill>
          <a:ln cap="flat" cmpd="sng" w="12700">
            <a:solidFill>
              <a:srgbClr val="E76F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1"/>
          <p:cNvSpPr/>
          <p:nvPr/>
        </p:nvSpPr>
        <p:spPr>
          <a:xfrm>
            <a:off x="274320" y="4023360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1"/>
          <p:cNvSpPr/>
          <p:nvPr/>
        </p:nvSpPr>
        <p:spPr>
          <a:xfrm>
            <a:off x="640080" y="4005072"/>
            <a:ext cx="52120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C46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9C46A"/>
                </a:solidFill>
                <a:latin typeface="Calibri"/>
                <a:ea typeface="Calibri"/>
                <a:cs typeface="Calibri"/>
                <a:sym typeface="Calibri"/>
              </a:rPr>
              <a:t>If you could be any animal, which one would you be and why? What adaptations would you find most useful?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1"/>
          <p:cNvSpPr/>
          <p:nvPr/>
        </p:nvSpPr>
        <p:spPr>
          <a:xfrm>
            <a:off x="640080" y="4279392"/>
            <a:ext cx="5212080" cy="274320"/>
          </a:xfrm>
          <a:prstGeom prst="rect">
            <a:avLst/>
          </a:prstGeom>
          <a:solidFill>
            <a:srgbClr val="FFFFFF">
              <a:alpha val="14901"/>
            </a:srgbClr>
          </a:solidFill>
          <a:ln cap="flat" cmpd="sng" w="10150">
            <a:solidFill>
              <a:srgbClr val="74C6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1"/>
          <p:cNvSpPr/>
          <p:nvPr/>
        </p:nvSpPr>
        <p:spPr>
          <a:xfrm>
            <a:off x="685800" y="4279392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F3DC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Your answer...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1"/>
          <p:cNvSpPr/>
          <p:nvPr/>
        </p:nvSpPr>
        <p:spPr>
          <a:xfrm>
            <a:off x="274320" y="4663440"/>
            <a:ext cx="5669280" cy="347472"/>
          </a:xfrm>
          <a:prstGeom prst="rect">
            <a:avLst/>
          </a:prstGeom>
          <a:solidFill>
            <a:srgbClr val="FFFFFF">
              <a:alpha val="10196"/>
            </a:srgbClr>
          </a:solidFill>
          <a:ln cap="flat" cmpd="sng" w="10150">
            <a:solidFill>
              <a:srgbClr val="74C6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1"/>
          <p:cNvSpPr/>
          <p:nvPr/>
        </p:nvSpPr>
        <p:spPr>
          <a:xfrm>
            <a:off x="365760" y="4663440"/>
            <a:ext cx="5486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F3D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📚  My Sources: 1. _____________________ 2. _____________________ 3. _____________________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1"/>
          <p:cNvSpPr/>
          <p:nvPr/>
        </p:nvSpPr>
        <p:spPr>
          <a:xfrm>
            <a:off x="6217920" y="1024128"/>
            <a:ext cx="2651760" cy="3977640"/>
          </a:xfrm>
          <a:prstGeom prst="rect">
            <a:avLst/>
          </a:prstGeom>
          <a:solidFill>
            <a:srgbClr val="2D6A4F"/>
          </a:solidFill>
          <a:ln cap="flat" cmpd="sng" w="12700">
            <a:solidFill>
              <a:srgbClr val="74C6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1"/>
          <p:cNvSpPr/>
          <p:nvPr/>
        </p:nvSpPr>
        <p:spPr>
          <a:xfrm>
            <a:off x="6309360" y="1078992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C46A"/>
              </a:buClr>
              <a:buSzPts val="1100"/>
              <a:buFont typeface="Georgia"/>
              <a:buNone/>
            </a:pPr>
            <a:r>
              <a:rPr b="1" i="0" lang="en-US" sz="1100" u="none" cap="none" strike="noStrike">
                <a:solidFill>
                  <a:srgbClr val="E9C46A"/>
                </a:solidFill>
                <a:latin typeface="Georgia"/>
                <a:ea typeface="Georgia"/>
                <a:cs typeface="Georgia"/>
                <a:sym typeface="Georgia"/>
              </a:rPr>
              <a:t>🌟  Scoring Rubric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1"/>
          <p:cNvSpPr/>
          <p:nvPr/>
        </p:nvSpPr>
        <p:spPr>
          <a:xfrm>
            <a:off x="6236208" y="1481328"/>
            <a:ext cx="2615184" cy="402336"/>
          </a:xfrm>
          <a:prstGeom prst="rect">
            <a:avLst/>
          </a:prstGeom>
          <a:solidFill>
            <a:srgbClr val="FFFFFF">
              <a:alpha val="10196"/>
            </a:srgbClr>
          </a:solidFill>
          <a:ln cap="flat" cmpd="sng" w="9525">
            <a:solidFill>
              <a:srgbClr val="74C6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1"/>
          <p:cNvSpPr/>
          <p:nvPr/>
        </p:nvSpPr>
        <p:spPr>
          <a:xfrm>
            <a:off x="6309360" y="1536192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F3D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Animal description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1"/>
          <p:cNvSpPr/>
          <p:nvPr/>
        </p:nvSpPr>
        <p:spPr>
          <a:xfrm>
            <a:off x="8321040" y="1536192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9C46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9C46A"/>
                </a:solidFill>
                <a:latin typeface="Calibri"/>
                <a:ea typeface="Calibri"/>
                <a:cs typeface="Calibri"/>
                <a:sym typeface="Calibri"/>
              </a:rPr>
              <a:t>/10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1"/>
          <p:cNvSpPr/>
          <p:nvPr/>
        </p:nvSpPr>
        <p:spPr>
          <a:xfrm>
            <a:off x="6236208" y="1947672"/>
            <a:ext cx="2615184" cy="402336"/>
          </a:xfrm>
          <a:prstGeom prst="rect">
            <a:avLst/>
          </a:prstGeom>
          <a:solidFill>
            <a:srgbClr val="D8F3DC">
              <a:alpha val="14901"/>
            </a:srgbClr>
          </a:solidFill>
          <a:ln cap="flat" cmpd="sng" w="9525">
            <a:solidFill>
              <a:srgbClr val="74C6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1"/>
          <p:cNvSpPr/>
          <p:nvPr/>
        </p:nvSpPr>
        <p:spPr>
          <a:xfrm>
            <a:off x="6309360" y="2002536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F3D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Environment details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1"/>
          <p:cNvSpPr/>
          <p:nvPr/>
        </p:nvSpPr>
        <p:spPr>
          <a:xfrm>
            <a:off x="8321040" y="2002536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9C46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9C46A"/>
                </a:solidFill>
                <a:latin typeface="Calibri"/>
                <a:ea typeface="Calibri"/>
                <a:cs typeface="Calibri"/>
                <a:sym typeface="Calibri"/>
              </a:rPr>
              <a:t>/10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1"/>
          <p:cNvSpPr/>
          <p:nvPr/>
        </p:nvSpPr>
        <p:spPr>
          <a:xfrm>
            <a:off x="6236208" y="2414016"/>
            <a:ext cx="2615184" cy="402336"/>
          </a:xfrm>
          <a:prstGeom prst="rect">
            <a:avLst/>
          </a:prstGeom>
          <a:solidFill>
            <a:srgbClr val="FFFFFF">
              <a:alpha val="10196"/>
            </a:srgbClr>
          </a:solidFill>
          <a:ln cap="flat" cmpd="sng" w="9525">
            <a:solidFill>
              <a:srgbClr val="74C6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1"/>
          <p:cNvSpPr/>
          <p:nvPr/>
        </p:nvSpPr>
        <p:spPr>
          <a:xfrm>
            <a:off x="6309360" y="2468880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F3D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Current adaptations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1"/>
          <p:cNvSpPr/>
          <p:nvPr/>
        </p:nvSpPr>
        <p:spPr>
          <a:xfrm>
            <a:off x="8321040" y="2468880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9C46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9C46A"/>
                </a:solidFill>
                <a:latin typeface="Calibri"/>
                <a:ea typeface="Calibri"/>
                <a:cs typeface="Calibri"/>
                <a:sym typeface="Calibri"/>
              </a:rPr>
              <a:t>/20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1"/>
          <p:cNvSpPr/>
          <p:nvPr/>
        </p:nvSpPr>
        <p:spPr>
          <a:xfrm>
            <a:off x="6236208" y="2880360"/>
            <a:ext cx="2615184" cy="402336"/>
          </a:xfrm>
          <a:prstGeom prst="rect">
            <a:avLst/>
          </a:prstGeom>
          <a:solidFill>
            <a:srgbClr val="D8F3DC">
              <a:alpha val="14901"/>
            </a:srgbClr>
          </a:solidFill>
          <a:ln cap="flat" cmpd="sng" w="9525">
            <a:solidFill>
              <a:srgbClr val="74C6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1"/>
          <p:cNvSpPr/>
          <p:nvPr/>
        </p:nvSpPr>
        <p:spPr>
          <a:xfrm>
            <a:off x="6309360" y="2935224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F3D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New environment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1"/>
          <p:cNvSpPr/>
          <p:nvPr/>
        </p:nvSpPr>
        <p:spPr>
          <a:xfrm>
            <a:off x="8321040" y="2935224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9C46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9C46A"/>
                </a:solidFill>
                <a:latin typeface="Calibri"/>
                <a:ea typeface="Calibri"/>
                <a:cs typeface="Calibri"/>
                <a:sym typeface="Calibri"/>
              </a:rPr>
              <a:t>/10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1"/>
          <p:cNvSpPr/>
          <p:nvPr/>
        </p:nvSpPr>
        <p:spPr>
          <a:xfrm>
            <a:off x="6236208" y="3346704"/>
            <a:ext cx="2615184" cy="402336"/>
          </a:xfrm>
          <a:prstGeom prst="rect">
            <a:avLst/>
          </a:prstGeom>
          <a:solidFill>
            <a:srgbClr val="FFFFFF">
              <a:alpha val="10196"/>
            </a:srgbClr>
          </a:solidFill>
          <a:ln cap="flat" cmpd="sng" w="9525">
            <a:solidFill>
              <a:srgbClr val="74C6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1"/>
          <p:cNvSpPr/>
          <p:nvPr/>
        </p:nvSpPr>
        <p:spPr>
          <a:xfrm>
            <a:off x="6309360" y="3401568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F3D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Future adaptations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1"/>
          <p:cNvSpPr/>
          <p:nvPr/>
        </p:nvSpPr>
        <p:spPr>
          <a:xfrm>
            <a:off x="8321040" y="3401568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9C46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9C46A"/>
                </a:solidFill>
                <a:latin typeface="Calibri"/>
                <a:ea typeface="Calibri"/>
                <a:cs typeface="Calibri"/>
                <a:sym typeface="Calibri"/>
              </a:rPr>
              <a:t>/20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1"/>
          <p:cNvSpPr/>
          <p:nvPr/>
        </p:nvSpPr>
        <p:spPr>
          <a:xfrm>
            <a:off x="6236208" y="3813048"/>
            <a:ext cx="2615184" cy="402336"/>
          </a:xfrm>
          <a:prstGeom prst="rect">
            <a:avLst/>
          </a:prstGeom>
          <a:solidFill>
            <a:srgbClr val="D8F3DC">
              <a:alpha val="14901"/>
            </a:srgbClr>
          </a:solidFill>
          <a:ln cap="flat" cmpd="sng" w="9525">
            <a:solidFill>
              <a:srgbClr val="74C6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1"/>
          <p:cNvSpPr/>
          <p:nvPr/>
        </p:nvSpPr>
        <p:spPr>
          <a:xfrm>
            <a:off x="6309360" y="3867912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F3D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Reflection &amp; writing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1"/>
          <p:cNvSpPr/>
          <p:nvPr/>
        </p:nvSpPr>
        <p:spPr>
          <a:xfrm>
            <a:off x="8321040" y="3867912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9C46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9C46A"/>
                </a:solidFill>
                <a:latin typeface="Calibri"/>
                <a:ea typeface="Calibri"/>
                <a:cs typeface="Calibri"/>
                <a:sym typeface="Calibri"/>
              </a:rPr>
              <a:t>/15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1"/>
          <p:cNvSpPr/>
          <p:nvPr/>
        </p:nvSpPr>
        <p:spPr>
          <a:xfrm>
            <a:off x="6236208" y="4279392"/>
            <a:ext cx="2615184" cy="402336"/>
          </a:xfrm>
          <a:prstGeom prst="rect">
            <a:avLst/>
          </a:prstGeom>
          <a:solidFill>
            <a:srgbClr val="FFFFFF">
              <a:alpha val="10196"/>
            </a:srgbClr>
          </a:solidFill>
          <a:ln cap="flat" cmpd="sng" w="9525">
            <a:solidFill>
              <a:srgbClr val="74C6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1"/>
          <p:cNvSpPr/>
          <p:nvPr/>
        </p:nvSpPr>
        <p:spPr>
          <a:xfrm>
            <a:off x="6309360" y="4334256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F3D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Creativity &amp; effort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1"/>
          <p:cNvSpPr/>
          <p:nvPr/>
        </p:nvSpPr>
        <p:spPr>
          <a:xfrm>
            <a:off x="8321040" y="4334256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9C46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9C46A"/>
                </a:solidFill>
                <a:latin typeface="Calibri"/>
                <a:ea typeface="Calibri"/>
                <a:cs typeface="Calibri"/>
                <a:sym typeface="Calibri"/>
              </a:rPr>
              <a:t>/15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1"/>
          <p:cNvSpPr/>
          <p:nvPr/>
        </p:nvSpPr>
        <p:spPr>
          <a:xfrm>
            <a:off x="6236208" y="4727448"/>
            <a:ext cx="2615184" cy="256032"/>
          </a:xfrm>
          <a:prstGeom prst="rect">
            <a:avLst/>
          </a:prstGeom>
          <a:solidFill>
            <a:srgbClr val="40916C"/>
          </a:solidFill>
          <a:ln cap="flat" cmpd="sng" w="1270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1"/>
          <p:cNvSpPr/>
          <p:nvPr/>
        </p:nvSpPr>
        <p:spPr>
          <a:xfrm>
            <a:off x="6309360" y="4736592"/>
            <a:ext cx="1645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TOTAL: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1"/>
          <p:cNvSpPr/>
          <p:nvPr/>
        </p:nvSpPr>
        <p:spPr>
          <a:xfrm>
            <a:off x="8229600" y="4736592"/>
            <a:ext cx="548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9C46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9C46A"/>
                </a:solidFill>
                <a:latin typeface="Calibri"/>
                <a:ea typeface="Calibri"/>
                <a:cs typeface="Calibri"/>
                <a:sym typeface="Calibri"/>
              </a:rPr>
              <a:t>/100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E76F51"/>
          </a:solidFill>
          <a:ln cap="flat" cmpd="sng" w="12700">
            <a:solidFill>
              <a:srgbClr val="E76F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8"/>
          <p:cNvSpPr/>
          <p:nvPr/>
        </p:nvSpPr>
        <p:spPr>
          <a:xfrm>
            <a:off x="320040" y="164592"/>
            <a:ext cx="2011680" cy="292608"/>
          </a:xfrm>
          <a:prstGeom prst="roundRect">
            <a:avLst>
              <a:gd fmla="val 15625" name="adj"/>
            </a:avLst>
          </a:prstGeom>
          <a:solidFill>
            <a:srgbClr val="C25B3A"/>
          </a:solidFill>
          <a:ln cap="flat" cmpd="sng" w="12700">
            <a:solidFill>
              <a:srgbClr val="C25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8"/>
          <p:cNvSpPr/>
          <p:nvPr/>
        </p:nvSpPr>
        <p:spPr>
          <a:xfrm>
            <a:off x="320040" y="164592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SLIDE 6 OF 6 — PART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320040" y="41148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Bring Your Future Animal to Life (AI Image)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274320" y="1024128"/>
            <a:ext cx="4023360" cy="3703320"/>
          </a:xfrm>
          <a:prstGeom prst="rect">
            <a:avLst/>
          </a:prstGeom>
          <a:solidFill>
            <a:srgbClr val="FFF8F0"/>
          </a:solidFill>
          <a:ln cap="flat" cmpd="sng" w="1905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8"/>
          <p:cNvSpPr/>
          <p:nvPr/>
        </p:nvSpPr>
        <p:spPr>
          <a:xfrm>
            <a:off x="274320" y="1024128"/>
            <a:ext cx="4023360" cy="384048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8"/>
          <p:cNvSpPr/>
          <p:nvPr/>
        </p:nvSpPr>
        <p:spPr>
          <a:xfrm>
            <a:off x="347472" y="1024128"/>
            <a:ext cx="3886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STEPS — Create Your Image in Canva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365760" y="1508760"/>
            <a:ext cx="3794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Step 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365760" y="1755648"/>
            <a:ext cx="3794760" cy="411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C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8"/>
          <p:cNvSpPr/>
          <p:nvPr/>
        </p:nvSpPr>
        <p:spPr>
          <a:xfrm>
            <a:off x="411480" y="1755648"/>
            <a:ext cx="3703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Go to canva.com and sign in with your school email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365760" y="2286000"/>
            <a:ext cx="3794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Step 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365760" y="2532888"/>
            <a:ext cx="3794760" cy="411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C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8"/>
          <p:cNvSpPr/>
          <p:nvPr/>
        </p:nvSpPr>
        <p:spPr>
          <a:xfrm>
            <a:off x="411480" y="2532888"/>
            <a:ext cx="3703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Click “Canva AI” on the left-hand side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365760" y="3063240"/>
            <a:ext cx="3794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Step 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365760" y="3310128"/>
            <a:ext cx="3794760" cy="411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C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8"/>
          <p:cNvSpPr/>
          <p:nvPr/>
        </p:nvSpPr>
        <p:spPr>
          <a:xfrm>
            <a:off x="411480" y="3310128"/>
            <a:ext cx="3703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In the box, describe your animal's new attributes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365760" y="3840480"/>
            <a:ext cx="3794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Step 4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365760" y="4087368"/>
            <a:ext cx="3794760" cy="411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C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8"/>
          <p:cNvSpPr/>
          <p:nvPr/>
        </p:nvSpPr>
        <p:spPr>
          <a:xfrm>
            <a:off x="411480" y="4087368"/>
            <a:ext cx="3703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Generate the image, then copy your finished animal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4846320" y="1024128"/>
            <a:ext cx="4023360" cy="3703320"/>
          </a:xfrm>
          <a:prstGeom prst="rect">
            <a:avLst/>
          </a:prstGeom>
          <a:solidFill>
            <a:srgbClr val="F0F8FF"/>
          </a:solidFill>
          <a:ln cap="flat" cmpd="sng" w="1905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8"/>
          <p:cNvSpPr/>
          <p:nvPr/>
        </p:nvSpPr>
        <p:spPr>
          <a:xfrm>
            <a:off x="4846320" y="1024128"/>
            <a:ext cx="4023360" cy="384048"/>
          </a:xfrm>
          <a:prstGeom prst="rect">
            <a:avLst/>
          </a:prstGeom>
          <a:solidFill>
            <a:srgbClr val="2D6A4F"/>
          </a:solidFill>
          <a:ln cap="flat" cmpd="sng" w="12700">
            <a:solidFill>
              <a:srgbClr val="2D6A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8"/>
          <p:cNvSpPr/>
          <p:nvPr/>
        </p:nvSpPr>
        <p:spPr>
          <a:xfrm>
            <a:off x="4919472" y="1024128"/>
            <a:ext cx="3886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TIPS — For a Great Description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4937760" y="1508760"/>
            <a:ext cx="3794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Be specific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4937760" y="1755648"/>
            <a:ext cx="3794760" cy="411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80B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8"/>
          <p:cNvSpPr/>
          <p:nvPr/>
        </p:nvSpPr>
        <p:spPr>
          <a:xfrm>
            <a:off x="4983480" y="1755648"/>
            <a:ext cx="3703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Describe the adaptation itself, not just “cool” or “scary”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4937760" y="2286000"/>
            <a:ext cx="3794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Use your Part 2 notes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4937760" y="2532888"/>
            <a:ext cx="3794760" cy="411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80B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8"/>
          <p:cNvSpPr/>
          <p:nvPr/>
        </p:nvSpPr>
        <p:spPr>
          <a:xfrm>
            <a:off x="4983480" y="2532888"/>
            <a:ext cx="3703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Base your changes on the future adaptations you already wrote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4937760" y="3063240"/>
            <a:ext cx="3794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Less is more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4937760" y="3310128"/>
            <a:ext cx="3794760" cy="411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80B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8"/>
          <p:cNvSpPr/>
          <p:nvPr/>
        </p:nvSpPr>
        <p:spPr>
          <a:xfrm>
            <a:off x="4983480" y="3310128"/>
            <a:ext cx="3703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Too many changes at once can make the image pixelated or messy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4937760" y="3840480"/>
            <a:ext cx="3794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Save your work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4937760" y="4087368"/>
            <a:ext cx="3794760" cy="411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80B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8"/>
          <p:cNvSpPr/>
          <p:nvPr/>
        </p:nvSpPr>
        <p:spPr>
          <a:xfrm>
            <a:off x="4983480" y="4087368"/>
            <a:ext cx="3703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Copy and paste your finished image onto the next slide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4297680" y="2468880"/>
            <a:ext cx="548640" cy="548640"/>
          </a:xfrm>
          <a:prstGeom prst="ellipse">
            <a:avLst/>
          </a:prstGeom>
          <a:solidFill>
            <a:srgbClr val="264653"/>
          </a:solidFill>
          <a:ln cap="flat" cmpd="sng" w="12700">
            <a:solidFill>
              <a:srgbClr val="2646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8"/>
          <p:cNvSpPr/>
          <p:nvPr/>
        </p:nvSpPr>
        <p:spPr>
          <a:xfrm>
            <a:off x="4297680" y="24688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FFF3CD"/>
          </a:solidFill>
          <a:ln cap="flat" cmpd="sng" w="12700">
            <a:solidFill>
              <a:srgbClr val="FFF3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8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🎨  Paste your finished AI-generated animal image onto the following slide!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